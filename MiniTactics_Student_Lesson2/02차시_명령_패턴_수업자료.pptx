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</p:sldIdLst>
  <p:notesMasterIdLst>
    <p:notesMasterId r:id="rId3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시작" id="{9ede5ca8-5227-61c5-5a20-84f3703f0585}">
          <p14:sldIdLst>
            <p14:sldId id="256"/>
            <p14:sldId id="257"/>
            <p14:sldId id="258"/>
          </p14:sldIdLst>
        </p14:section>
        <p14:section name="1 · 버튼에 행동 묶기" id="{0c0d332a-e254-c291-9ee6-5ce4c6487db3}">
          <p14:sldIdLst>
            <p14:sldId id="259"/>
            <p14:sldId id="260"/>
            <p14:sldId id="261"/>
            <p14:sldId id="262"/>
            <p14:sldId id="263"/>
            <p14:sldId id="264"/>
          </p14:sldIdLst>
        </p14:section>
        <p14:section name="2 · 누가 행동할지 정하기" id="{221895f6-cb06-db8c-3cc3-682ec6afd1e7}">
          <p14:sldIdLst>
            <p14:sldId id="265"/>
            <p14:sldId id="266"/>
            <p14:sldId id="267"/>
            <p14:sldId id="268"/>
            <p14:sldId id="269"/>
          </p14:sldIdLst>
        </p14:section>
        <p14:section name="3 · 되돌리기와 다시 하기" id="{8a8a23aa-eef2-0c5e-6ce9-01d21cff0ea3}">
          <p14:sldIdLst>
            <p14:sldId id="270"/>
            <p14:sldId id="271"/>
            <p14:sldId id="272"/>
            <p14:sldId id="273"/>
            <p14:sldId id="274"/>
            <p14:sldId id="275"/>
            <p14:sldId id="276"/>
            <p14:sldId id="277"/>
          </p14:sldIdLst>
        </p14:section>
        <p14:section name="4 · 클래스와 함수" id="{c2cdc5e5-f3fe-ae61-4b50-bd63e7aabf71}">
          <p14:sldIdLst>
            <p14:sldId id="278"/>
            <p14:sldId id="279"/>
            <p14:sldId id="280"/>
          </p14:sldIdLst>
        </p14:section>
        <p14:section name="5 · 쓸 때와 주의점" id="{e3b259df-8f99-51ba-cf04-123f85c73cc7}">
          <p14:sldIdLst>
            <p14:sldId id="281"/>
            <p14:sldId id="282"/>
            <p14:sldId id="283"/>
            <p14:sldId id="284"/>
          </p14:sldIdLst>
        </p14:section>
        <p14:section name="정리" id="{65681f3e-7cf6-60d5-ad52-5331fdc9f01b}">
          <p14:sldIdLst>
            <p14:sldId id="285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notesMaster" Target="notesMasters/notesMaster1.xml"/><Relationship Id="rId33" Type="http://schemas.openxmlformats.org/officeDocument/2006/relationships/presProps" Target="presProps.xml"/><Relationship Id="rId34" Type="http://schemas.openxmlformats.org/officeDocument/2006/relationships/viewProps" Target="viewProps.xml"/><Relationship Id="rId35" Type="http://schemas.openxmlformats.org/officeDocument/2006/relationships/theme" Target="theme/theme1.xml"/><Relationship Id="rId3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eaLnBrk="0"/>
            <a:r>
              <a:rPr lang="ko-KR" altLang="en-US" dirty="0"/>
              <a:t>오늘은 원서 「명령」 장의 순서를 그대로 따라갑니다. 버튼 입력에서 시작해, 명령을 받을 대상을 바꾸고, 되돌리기와 다시 하기까지 확장합니다.</a:t>
            </a:r>
            <a:endParaRPr lang="ko-KR" alt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eaLnBrk="0"/>
            <a:fld id="{F7021451-1387-4CA6-816F-3879F97B5CBC}" type="slidenum">
              <a:rPr lang="ko-KR" altLang="en-US"/>
              <a:t>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eaLnBrk="0"/>
            <a:r>
              <a:rPr lang="ko-KR" altLang="en-US" dirty="0"/>
              <a:t>원서의 명령 장은 같은 아이디어를 세 번 확장합니다. 버튼 설정, 대상 바꾸기, 되돌리기입니다. 마지막에 이 패턴을 클래스 대신 함수로 만들 수 있는지 비교합니다.</a:t>
            </a:r>
            <a:endParaRPr lang="ko-KR" alt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eaLnBrk="0"/>
            <a:fld id="{F7021451-1387-4CA6-816F-3879F97B5CBC}" type="slidenum">
              <a:rPr lang="ko-KR" altLang="en-US"/>
              <a:t>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eaLnBrk="0"/>
            <a:r>
              <a:rPr lang="ko-KR" altLang="en-US" dirty="0"/>
              <a:t>GoF의 정의는 요청을 객체로 감싸서, 요청을 바꿔 끼우거나 줄 세우거나 기록하고, 되돌릴 수 있게 한다는 것입니다. 원서의 저자는 이를 더 짧게, 메서드 호출을 객체로 만든 것이라고 정리합니다. 호출은 실행되는 순간 사라지지만, 객체는 변수에 담아 두고 넘기고 나중에 실행할 수 있습니다.</a:t>
            </a:r>
            <a:endParaRPr lang="ko-KR" alt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eaLnBrk="0"/>
            <a:fld id="{F7021451-1387-4CA6-816F-3879F97B5CBC}" type="slidenum">
              <a:rPr lang="ko-KR" altLang="en-US"/>
              <a:t>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eaLnBrk="0"/>
            <a:r>
              <a:rPr lang="ko-KR" altLang="en-US" dirty="0"/>
              <a:t>모든 게임에는 버튼 입력을 읽어 행동으로 바꾸는 코드가 있습니다. 여기서 출발합니다.</a:t>
            </a:r>
            <a:endParaRPr lang="ko-KR" alt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eaLnBrk="0"/>
            <a:fld id="{F7021451-1387-4CA6-816F-3879F97B5CBC}" type="slidenum">
              <a:rPr lang="ko-KR" altLang="en-US"/>
              <a:t>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eaLnBrk="0"/>
            <a:r>
              <a:rPr lang="ko-KR" altLang="en-US" dirty="0"/>
              <a:t>가장 단순한 입력 처리입니다. 매 프레임 버튼을 확인하고 눌린 버튼에 해당하는 함수를 바로 호출합니다. 버튼 배치가 절대 바뀌지 않는다면 이 코드로 충분합니다.</a:t>
            </a:r>
            <a:endParaRPr lang="ko-KR" alt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eaLnBrk="0"/>
            <a:fld id="{F7021451-1387-4CA6-816F-3879F97B5CBC}" type="slidenum">
              <a:rPr lang="ko-KR" altLang="en-US"/>
              <a:t>5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eaLnBrk="0"/>
            <a:r>
              <a:rPr lang="ko-KR" altLang="en-US" dirty="0"/>
              <a:t>많은 게임이 설정 화면에서 버튼 배치를 바꿀 수 있게 합니다. 하지만 지금 코드에서 X 버튼은 Jump() 호출에 고정되어 있습니다. 설정이 바뀔 때마다 코드를 고칠 수는 없습니다. 버튼에 연결된 행동을 변수에 담아 바꿀 수 있어야 합니다.</a:t>
            </a:r>
            <a:endParaRPr lang="ko-KR" alt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eaLnBrk="0"/>
            <a:fld id="{F7021451-1387-4CA6-816F-3879F97B5CBC}" type="slidenum">
              <a:rPr lang="ko-KR" altLang="en-US"/>
              <a:t>6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eaLnBrk="0"/>
            <a:r>
              <a:rPr lang="ko-KR" altLang="en-US" dirty="0"/>
              <a:t>모든 명령이 따를 약속으로 ICommand 인터페이스를 만듭니다. 실행 메서드 Execute() 하나만 있습니다. 점프, 총 쏘기처럼 행동마다 이 인터페이스를 구현한 클래스를 만듭니다. 이제 행동이 객체가 되었으므로 변수에 담을 수 있습니다.</a:t>
            </a:r>
            <a:endParaRPr lang="ko-KR" alt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eaLnBrk="0"/>
            <a:fld id="{F7021451-1387-4CA6-816F-3879F97B5CBC}" type="slidenum">
              <a:rPr lang="ko-KR" altLang="en-US"/>
              <a:t>7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eaLnBrk="0"/>
            <a:r>
              <a:rPr lang="ko-KR" altLang="en-US" dirty="0"/>
              <a:t>InputHandler는 버튼마다 ICommand 필드를 가집니다. 버튼이 눌리면 그 필드에 담긴 명령을 실행합니다. 설정 화면에서 X에 총 쏘기를 묶으려면 필드에 FireCommand를 넣기만 하면 됩니다. HandleInput 코드는 바뀌지 않습니다.</a:t>
            </a:r>
            <a:endParaRPr lang="ko-KR" alt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eaLnBrk="0"/>
            <a:fld id="{F7021451-1387-4CA6-816F-3879F97B5CBC}" type="slidenum">
              <a:rPr lang="ko-KR" altLang="en-US"/>
              <a:t>8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eaLnBrk="0"/>
            <a:r>
              <a:rPr lang="ko-KR" altLang="en-US" dirty="0"/>
              <a:t>어떤 버튼에 행동이 없을 수도 있습니다. 필드를 null로 두면 실행할 때마다 null인지 확인해야 합니다. 원서는 대신 Execute()가 아무 일도 하지 않는 명령을 넣으라고 권합니다. 이런 객체를 널 객체(Null Object)라고 부릅니다.</a:t>
            </a:r>
            <a:endParaRPr lang="ko-KR" alt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eaLnBrk="0"/>
            <a:fld id="{F7021451-1387-4CA6-816F-3879F97B5CBC}" type="slidenum">
              <a:rPr lang="ko-KR" altLang="en-US"/>
              <a:t>9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eaLnBrk="0"/>
            <a:r>
              <a:rPr lang="ko-KR" altLang="en-US" dirty="0"/>
              <a:t>지금까지의 명령은 행동은 바꿀 수 있었지만, 행동하는 대상은 바꿀 수 없었습니다.</a:t>
            </a:r>
            <a:endParaRPr lang="ko-KR" alt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eaLnBrk="0"/>
            <a:fld id="{F7021451-1387-4CA6-816F-3879F97B5CBC}" type="slidenum">
              <a:rPr lang="ko-KR" altLang="en-US"/>
              <a:t>10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eaLnBrk="0"/>
            <a:r>
              <a:rPr lang="ko-KR" altLang="en-US" dirty="0"/>
              <a:t>앞의 JumpCommand는 Jump()라는 함수가 플레이어 캐릭터를 찾아 점프시킨다고 가정했습니다. 그래서 이 명령으로는 다른 캐릭터를 점프시킬 수 없습니다. 명령이 대상과 결합되어 있는 것입니다.</a:t>
            </a:r>
            <a:endParaRPr lang="ko-KR" alt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eaLnBrk="0"/>
            <a:fld id="{F7021451-1387-4CA6-816F-3879F97B5CBC}" type="slidenum">
              <a:rPr lang="ko-KR" altLang="en-US"/>
              <a:t>11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eaLnBrk="0"/>
            <a:r>
              <a:rPr lang="ko-KR" altLang="en-US" dirty="0"/>
              <a:t>Execute에 GameActor 매개변수를 추가합니다. 명령은 넘겨받은 대상에게 행동을 요청합니다. 입력 처리기는 명령을 바로 실행하지 않고 돌려주기만 합니다. 누구에게 실행할지는 호출하는 쪽이 정합니다.</a:t>
            </a:r>
            <a:endParaRPr lang="ko-KR" alt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eaLnBrk="0"/>
            <a:fld id="{F7021451-1387-4CA6-816F-3879F97B5CBC}" type="slidenum">
              <a:rPr lang="ko-KR" altLang="en-US"/>
              <a:t>12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eaLnBrk="0"/>
            <a:r>
              <a:rPr lang="ko-KR" altLang="en-US" dirty="0"/>
              <a:t>이제 같은 JumpCommand로 어떤 캐릭터든 점프시킬 수 있습니다. 적의 AI도 입력 처리기와 같은 명령 객체를 만들어 적 캐릭터를 움직이면 됩니다. 반대로 플레이어 캐릭터에 AI를 연결하면, 아무도 조작하지 않는 데모 화면을 만들 수 있습니다.</a:t>
            </a:r>
            <a:endParaRPr lang="ko-KR" alt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eaLnBrk="0"/>
            <a:fld id="{F7021451-1387-4CA6-816F-3879F97B5CBC}" type="slidenum">
              <a:rPr lang="ko-KR" altLang="en-US"/>
              <a:t>13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eaLnBrk="0"/>
            <a:r>
              <a:rPr lang="ko-KR" altLang="en-US" dirty="0"/>
              <a:t>원서는 입력 처리기나 AI를 명령을 만드는 생산자, 캐릭터를 명령을 실행하는 소비자로 봅니다. 그 사이에 명령을 줄 세우면 둘이 서로를 몰라도 됩니다. 이 명령의 흐름을 직렬화해 네트워크로 보내면 다른 컴퓨터에서 같은 행동을 재생할 수도 있습니다.</a:t>
            </a:r>
            <a:endParaRPr lang="ko-KR" alt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eaLnBrk="0"/>
            <a:fld id="{F7021451-1387-4CA6-816F-3879F97B5CBC}" type="slidenum">
              <a:rPr lang="ko-KR" altLang="en-US"/>
              <a:t>14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eaLnBrk="0"/>
            <a:r>
              <a:rPr lang="ko-KR" altLang="en-US" dirty="0"/>
              <a:t>명령 패턴이 가장 유명해진 쓰임새입니다. 턴제 전략 게임의 유닛 이동으로 설명합니다.</a:t>
            </a:r>
            <a:endParaRPr lang="ko-KR" alt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eaLnBrk="0"/>
            <a:fld id="{F7021451-1387-4CA6-816F-3879F97B5CBC}" type="slidenum">
              <a:rPr lang="ko-KR" altLang="en-US"/>
              <a:t>15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eaLnBrk="0"/>
            <a:r>
              <a:rPr lang="ko-KR" altLang="en-US" dirty="0"/>
              <a:t>원서는 턴제 전략 게임을 예로 듭니다. 플레이어가 유닛을 옮겨 본 뒤 마음에 들지 않으면 되돌릴 수 있게 하고 싶습니다. 레벨 편집기 같은 도구에서도 되돌리기는 필수입니다. 실행만 하던 명령으로는 되돌릴 수 없습니다. 어디서 왔는지 모르기 때문입니다.</a:t>
            </a:r>
            <a:endParaRPr lang="ko-KR" alt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eaLnBrk="0"/>
            <a:fld id="{F7021451-1387-4CA6-816F-3879F97B5CBC}" type="slidenum">
              <a:rPr lang="ko-KR" altLang="en-US"/>
              <a:t>16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eaLnBrk="0"/>
            <a:r>
              <a:rPr lang="ko-KR" altLang="en-US" dirty="0"/>
              <a:t>되돌릴 수 있는 명령의 약속에는 Undo()가 더해집니다. 이 절의 명령은 대상 유닛을 생성할 때 받아 직접 가지므로 Execute에 매개변수가 없습니다. Execute는 움직이기 전에 현재 위치를 _xBefore, _yBefore에 적어 두고 이동합니다. Undo는 적어 둔 위치로 되돌립니다.</a:t>
            </a:r>
            <a:endParaRPr lang="ko-KR" alt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eaLnBrk="0"/>
            <a:fld id="{F7021451-1387-4CA6-816F-3879F97B5CBC}" type="slidenum">
              <a:rPr lang="ko-KR" altLang="en-US"/>
              <a:t>17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eaLnBrk="0"/>
            <a:r>
              <a:rPr lang="ko-KR" altLang="en-US" dirty="0"/>
              <a:t>점프 명령은 하나를 만들어 계속 다시 썼습니다. 이동 명령은 유닛과 목적지가 매번 다르므로 이동할 때마다 새로 만듭니다. 원서의 예제는 화면 좌표를 쓰므로 위로 가면 y가 1 줄어듭니다.</a:t>
            </a:r>
            <a:endParaRPr lang="ko-KR" alt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eaLnBrk="0"/>
            <a:fld id="{F7021451-1387-4CA6-816F-3879F97B5CBC}" type="slidenum">
              <a:rPr lang="ko-KR" altLang="en-US"/>
              <a:t>18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eaLnBrk="0"/>
            <a:r>
              <a:rPr lang="ko-KR" altLang="en-US" dirty="0"/>
              <a:t>실행한 명령들을 목록에 순서대로 보관합니다. _current는 마지막으로 실행한 명령의 위치를 가리킵니다. 새 명령을 실행할 때 되돌려 둔 명령이 남아 있으면 먼저 버립니다. 되돌린 뒤 새 행동을 하면 그 뒤의 기록은 의미가 없어지기 때문입니다.</a:t>
            </a:r>
            <a:endParaRPr lang="ko-KR" alt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eaLnBrk="0"/>
            <a:fld id="{F7021451-1387-4CA6-816F-3879F97B5CBC}" type="slidenum">
              <a:rPr lang="ko-KR" altLang="en-US"/>
              <a:t>19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eaLnBrk="0"/>
            <a:r>
              <a:rPr lang="ko-KR" altLang="en-US" dirty="0"/>
              <a:t>Undo는 _current가 가리키는 명령을 되돌리고 위치를 한 칸 뒤로 옮깁니다. Redo는 위치를 한 칸 앞으로 옮기고 그 명령을 다시 실행합니다. 되돌릴 것이 없거나 다시 할 것이 없으면 아무것도 하지 않습니다.</a:t>
            </a:r>
            <a:endParaRPr lang="ko-KR" alt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eaLnBrk="0"/>
            <a:fld id="{F7021451-1387-4CA6-816F-3879F97B5CBC}" type="slidenum">
              <a:rPr lang="ko-KR" altLang="en-US"/>
              <a:t>20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eaLnBrk="0"/>
            <a:r>
              <a:rPr lang="ko-KR" altLang="en-US" dirty="0"/>
              <a:t>유닛이 (2,2)에서 시작합니다. 위로 이동, 오른쪽 이동, Undo 두 번, Redo 한 번, 마지막으로 아래로 이동합니다. 마지막 줄에서 되돌려 두었던 m2가 버려지는 것이 핵심입니다.</a:t>
            </a:r>
            <a:endParaRPr lang="ko-KR" alt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eaLnBrk="0"/>
            <a:fld id="{F7021451-1387-4CA6-816F-3879F97B5CBC}" type="slidenum">
              <a:rPr lang="ko-KR" altLang="en-US"/>
              <a:t>21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eaLnBrk="0"/>
            <a:r>
              <a:rPr lang="ko-KR" altLang="en-US" dirty="0"/>
              <a:t>되돌리기를 위해 객체 전체의 상태를 통째로 저장하는 방법도 있습니다. GoF의 메멘토 패턴입니다. 하지만 이동 하나 때문에 유닛 전체를 복사하는 것은 낭비입니다. 명령은 바뀌는 값, 즉 출발 위치만 기억합니다. 원서는 같은 생각을 리플레이에도 씁니다. 매 프레임의 전체 상태 대신 실행한 명령을 기록해 두었다가 같은 순서로 다시 실행합니다.</a:t>
            </a:r>
            <a:endParaRPr lang="ko-KR" alt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eaLnBrk="0"/>
            <a:fld id="{F7021451-1387-4CA6-816F-3879F97B5CBC}" type="slidenum">
              <a:rPr lang="ko-KR" altLang="en-US"/>
              <a:t>22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eaLnBrk="0"/>
            <a:r>
              <a:rPr lang="ko-KR" altLang="en-US" dirty="0"/>
              <a:t>원서는 명령 패턴이 함수를 값으로 다루지 못하는 언어를 위한 방법이기도 하다고 말합니다. C#에는 델리게이트와 람다가 있습니다.</a:t>
            </a:r>
            <a:endParaRPr lang="ko-KR" alt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eaLnBrk="0"/>
            <a:fld id="{F7021451-1387-4CA6-816F-3879F97B5CBC}" type="slidenum">
              <a:rPr lang="ko-KR" altLang="en-US"/>
              <a:t>23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eaLnBrk="0"/>
            <a:r>
              <a:rPr lang="ko-KR" altLang="en-US" dirty="0"/>
              <a:t>C#의 Action은 매개변수와 반환값이 없는 메서드를 담는 델리게이트입니다. 람다로 호출을 감싸면 그것이 곧 명령 객체입니다. 원서는 명령 패턴을 클로저, 즉 주변 변수를 함께 기억하는 함수를 흉내 내는 방법이라고 설명합니다. 실행 하나만 필요한 명령이라면 클래스를 따로 만들 필요가 없습니다.</a:t>
            </a:r>
            <a:endParaRPr lang="ko-KR" alt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eaLnBrk="0"/>
            <a:fld id="{F7021451-1387-4CA6-816F-3879F97B5CBC}" type="slidenum">
              <a:rPr lang="ko-KR" altLang="en-US"/>
              <a:t>24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eaLnBrk="0"/>
            <a:r>
              <a:rPr lang="ko-KR" altLang="en-US" dirty="0"/>
              <a:t>원서는 실행과 되돌리기를 두 함수로 만들고, 두 함수가 출발 위치 변수를 함께 쓰는 예를 보여 줍니다. 동작은 같지만, 무엇을 기억하는지가 지역 변수 속에 숨습니다. 동작이 둘 이상이고 기억할 값이 있으면 이름 붙은 필드를 가진 클래스가 더 읽기 쉽다는 것이 원서의 정리입니다.</a:t>
            </a:r>
            <a:endParaRPr lang="ko-KR" alt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eaLnBrk="0"/>
            <a:fld id="{F7021451-1387-4CA6-816F-3879F97B5CBC}" type="slidenum">
              <a:rPr lang="ko-KR" altLang="en-US"/>
              <a:t>25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eaLnBrk="0"/>
            <a:r>
              <a:rPr lang="ko-KR" altLang="en-US" dirty="0"/>
              <a:t>패턴을 고를 때의 판단 기준과, 원서가 소개하는 관련 패턴을 정리합니다.</a:t>
            </a:r>
            <a:endParaRPr lang="ko-KR" alt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eaLnBrk="0"/>
            <a:fld id="{F7021451-1387-4CA6-816F-3879F97B5CBC}" type="slidenum">
              <a:rPr lang="ko-KR" altLang="en-US"/>
              <a:t>26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eaLnBrk="0"/>
            <a:r>
              <a:rPr lang="ko-KR" altLang="en-US" dirty="0"/>
              <a:t>오늘 본 세 확장이 곧 이 패턴을 쓸 때입니다. 반대로 단순한 호출을 모두 명령 클래스로 바꾸면 클래스만 늘어납니다. 되돌리기 기록은 명령 객체가 계속 쌓이므로 얼마나 보관할지도 정해야 합니다.</a:t>
            </a:r>
            <a:endParaRPr lang="ko-KR" alt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eaLnBrk="0"/>
            <a:fld id="{F7021451-1387-4CA6-816F-3879F97B5CBC}" type="slidenum">
              <a:rPr lang="ko-KR" altLang="en-US"/>
              <a:t>27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eaLnBrk="0"/>
            <a:r>
              <a:rPr lang="ko-KR" altLang="en-US" dirty="0"/>
              <a:t>원서의 관련 자료 절입니다. 경량 패턴은 3강, 하위 클래스 샌드박스는 8강에서 배웁니다. 상태가 없는 명령을 하나만 만들어 쓰기 위해 싱글턴을 쓸 수도 있지만 원서는 권하지 않습니다.</a:t>
            </a:r>
            <a:endParaRPr lang="ko-KR" alt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eaLnBrk="0"/>
            <a:fld id="{F7021451-1387-4CA6-816F-3879F97B5CBC}" type="slidenum">
              <a:rPr lang="ko-KR" altLang="en-US"/>
              <a:t>28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eaLnBrk="0"/>
            <a:r>
              <a:rPr lang="ko-KR" altLang="en-US" dirty="0"/>
              <a:t>Unity의 몇 가지 기능을 명령 패턴의 관점에서 봅니다. 입력 시스템은 행동과 키를 분리해 실행 중에 다시 묶을 수 있습니다. 버튼의 OnClick 같은 UnityEvent는 Inspector에서 연결한 메서드 호출을 저장합니다. 반면 에디터의 실행 취소는 객체의 상태를 기록하는 방식이어서 메멘토에 가깝습니다.</a:t>
            </a:r>
            <a:endParaRPr lang="ko-KR" alt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eaLnBrk="0"/>
            <a:fld id="{F7021451-1387-4CA6-816F-3879F97B5CBC}" type="slidenum">
              <a:rPr lang="ko-KR" altLang="en-US"/>
              <a:t>29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eaLnBrk="0"/>
            <a:r>
              <a:rPr lang="ko-KR" altLang="en-US" dirty="0"/>
              <a:t>답을 가리고 먼저 학생에게 물어본 뒤 확인합니다. 다음 강의는 경량(Flyweight) 패턴입니다.</a:t>
            </a:r>
            <a:endParaRPr lang="ko-KR" alt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eaLnBrk="0"/>
            <a:fld id="{F7021451-1387-4CA6-816F-3879F97B5CBC}" type="slidenum">
              <a:rPr lang="ko-KR" altLang="en-US"/>
              <a:t>30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">
    <p:bg>
      <p:bgPr>
        <a:solidFill>
          <a:schemeClr val="tx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2011680"/>
            <a:ext cx="11094415" cy="173736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 eaLnBrk="0">
              <a:buNone/>
              <a:defRPr lang="ko-KR" altLang="en-US" sz="4000" b="1" dirty="0">
                <a:solidFill>
                  <a:schemeClr val="bg1"/>
                </a:solidFill>
              </a:defRPr>
            </a:lvl1pPr>
          </a:lstStyle>
          <a:p>
            <a:pPr algn="l" indent="0" marL="0" eaLnBrk="0">
              <a:buNone/>
            </a:pPr>
            <a:endParaRPr lang="ko-KR" altLang="en-US" sz="40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548640" y="3931920"/>
            <a:ext cx="11094415" cy="128016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 eaLnBrk="0">
              <a:buNone/>
              <a:defRPr lang="ko-KR" altLang="en-US" sz="1800" dirty="0">
                <a:solidFill>
                  <a:schemeClr val="accent3"/>
                </a:solidFill>
              </a:defRPr>
            </a:lvl1pPr>
          </a:lstStyle>
          <a:p>
            <a:pPr indent="0" marL="0" eaLnBrk="0">
              <a:buNone/>
            </a:pPr>
            <a:endParaRPr lang="ko-KR" altLang="en-US" sz="18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">
    <p:bg>
      <p:bgPr>
        <a:solidFill>
          <a:schemeClr val="tx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2651760"/>
            <a:ext cx="11094415" cy="10972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 eaLnBrk="0">
              <a:buNone/>
              <a:defRPr lang="ko-KR" altLang="en-US" sz="3600" b="1" dirty="0">
                <a:solidFill>
                  <a:schemeClr val="bg1"/>
                </a:solidFill>
              </a:defRPr>
            </a:lvl1pPr>
          </a:lstStyle>
          <a:p>
            <a:pPr algn="l" indent="0" marL="0" eaLnBrk="0">
              <a:buNone/>
            </a:pPr>
            <a:endParaRPr lang="ko-KR" altLang="en-US" sz="36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548640" y="3794760"/>
            <a:ext cx="11094415" cy="73152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 eaLnBrk="0">
              <a:buNone/>
              <a:defRPr lang="ko-KR" altLang="en-US" sz="1800" dirty="0">
                <a:solidFill>
                  <a:schemeClr val="accent3"/>
                </a:solidFill>
              </a:defRPr>
            </a:lvl1pPr>
          </a:lstStyle>
          <a:p>
            <a:pPr indent="0" marL="0" eaLnBrk="0">
              <a:buNone/>
            </a:pPr>
            <a:endParaRPr lang="ko-KR" alt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11535" y="6400800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 eaLnBrk="0">
              <a:defRPr sz="1000">
                <a:solidFill>
                  <a:schemeClr val="accent3"/>
                </a:solidFill>
              </a:defRPr>
            </a:lvl1pPr>
          </a:lstStyle>
          <a:p>
            <a:pPr algn="r" eaLnBrk="0"/>
            <a:fld id="{F7021451-1387-4CA6-816F-3879F97B5CBC}" type="slidenum">
              <a:rPr b="0" lang="ko-KR" altLang="en-US"/>
              <a:t>1003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chemeClr val="bg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658368"/>
            <a:ext cx="11094415" cy="7315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 eaLnBrk="0">
              <a:buNone/>
              <a:defRPr lang="ko-KR" altLang="en-US" sz="2600" b="1" dirty="0">
                <a:solidFill>
                  <a:schemeClr val="tx1"/>
                </a:solidFill>
              </a:defRPr>
            </a:lvl1pPr>
          </a:lstStyle>
          <a:p>
            <a:pPr algn="l" indent="0" marL="0" eaLnBrk="0">
              <a:buNone/>
            </a:pPr>
            <a:endParaRPr lang="ko-KR" altLang="en-US" sz="2600" dirty="0"/>
          </a:p>
        </p:txBody>
      </p:sp>
      <p:sp>
        <p:nvSpPr>
          <p:cNvPr id="3" name="Text 0"/>
          <p:cNvSpPr/>
          <p:nvPr/>
        </p:nvSpPr>
        <p:spPr>
          <a:xfrm>
            <a:off x="548640" y="64008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 eaLnBrk="0">
              <a:buNone/>
            </a:pPr>
            <a:r>
              <a:rPr lang="ko-KR" altLang="en-US" sz="1000" dirty="0">
                <a:solidFill>
                  <a:schemeClr val="accent3"/>
                </a:solidFill>
              </a:rPr>
              <a:t>2강 · 명령(Command) 패턴</a:t>
            </a:r>
            <a:endParaRPr lang="ko-KR" alt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11535" y="6400800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 eaLnBrk="0">
              <a:defRPr sz="1000">
                <a:solidFill>
                  <a:schemeClr val="accent3"/>
                </a:solidFill>
              </a:defRPr>
            </a:lvl1pPr>
          </a:lstStyle>
          <a:p>
            <a:pPr algn="r" eaLnBrk="0"/>
            <a:fld id="{F7021451-1387-4CA6-816F-3879F97B5CBC}" type="slidenum">
              <a:rPr b="0" lang="ko-KR" altLang="en-US"/>
              <a:t>1004</a:t>
            </a:fld>
            <a:endParaRPr lang="ko-KR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11535" y="6400800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 eaLnBrk="0">
              <a:defRPr sz="1000">
                <a:solidFill>
                  <a:schemeClr val="accent3"/>
                </a:solidFill>
              </a:defRPr>
            </a:lvl1pPr>
          </a:lstStyle>
          <a:p>
            <a:pPr algn="r" eaLnBrk="0"/>
            <a:fld id="{F7021451-1387-4CA6-816F-3879F97B5CBC}" type="slidenum">
              <a:rPr b="0" lang="ko-KR" altLang="en-US"/>
              <a:t>null</a:t>
            </a:fld>
            <a:endParaRPr lang="ko-KR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 eaLnBrk="0">
        <a:defRPr lang="ko-KR" alt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2011680"/>
            <a:ext cx="11094415" cy="173736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l" indent="0" marL="0" eaLnBrk="0">
              <a:buNone/>
            </a:pPr>
            <a:r>
              <a:rPr lang="ko-KR" altLang="en-US" sz="4000" b="1" dirty="0">
                <a:solidFill>
                  <a:schemeClr val="bg1"/>
                </a:solidFill>
              </a:rPr>
              <a:t>2강 · 명령(Command) 패턴</a:t>
            </a:r>
            <a:endParaRPr lang="ko-KR" altLang="en-US" sz="40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548640" y="3931920"/>
            <a:ext cx="11094415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 eaLnBrk="0">
              <a:buNone/>
            </a:pPr>
            <a:r>
              <a:rPr lang="ko-KR" altLang="en-US" sz="1800" dirty="0">
                <a:solidFill>
                  <a:schemeClr val="accent3"/>
                </a:solidFill>
              </a:rPr>
              <a:t>메서드 호출을 객체로 만들어</a:t>
            </a:r>
            <a:endParaRPr lang="ko-KR" altLang="en-US" sz="1800" dirty="0"/>
          </a:p>
          <a:p>
            <a:pPr indent="0" marL="0" eaLnBrk="0">
              <a:buNone/>
            </a:pPr>
            <a:r>
              <a:rPr lang="ko-KR" altLang="en-US" sz="1800" dirty="0">
                <a:solidFill>
                  <a:schemeClr val="accent3"/>
                </a:solidFill>
              </a:rPr>
              <a:t>바꿔 끼우고, 미루고, 되돌린다</a:t>
            </a:r>
            <a:endParaRPr lang="ko-KR" altLang="en-US" sz="1800" dirty="0"/>
          </a:p>
          <a:p>
            <a:pPr indent="0" marL="0" eaLnBrk="0">
              <a:buNone/>
            </a:pPr>
            <a:endParaRPr lang="ko-KR" altLang="en-US" sz="1800" dirty="0"/>
          </a:p>
          <a:p>
            <a:pPr indent="0" marL="0" eaLnBrk="0">
              <a:buNone/>
            </a:pPr>
            <a:r>
              <a:rPr lang="ko-KR" altLang="en-US" sz="1800" dirty="0">
                <a:solidFill>
                  <a:schemeClr val="accent3"/>
                </a:solidFill>
              </a:rPr>
              <a:t>교재: 로버트 나이스트롬, 『게임 프로그래밍 패턴』</a:t>
            </a:r>
            <a:endParaRPr lang="ko-KR" altLang="en-US" sz="1800" dirty="0"/>
          </a:p>
          <a:p>
            <a:pPr indent="0" marL="0" eaLnBrk="0">
              <a:buNone/>
            </a:pPr>
            <a:r>
              <a:rPr lang="ko-KR" altLang="en-US" sz="1800" dirty="0">
                <a:solidFill>
                  <a:schemeClr val="accent3"/>
                </a:solidFill>
              </a:rPr>
              <a:t>「명령」 장</a:t>
            </a:r>
            <a:endParaRPr lang="ko-KR" altLang="en-US" sz="1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cker"/>
          <p:cNvSpPr txBox="1"/>
          <p:nvPr/>
        </p:nvSpPr>
        <p:spPr>
          <a:xfrm>
            <a:off x="548640" y="329184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 eaLnBrk="0">
              <a:buNone/>
            </a:pPr>
            <a:r>
              <a:rPr lang="ko-KR" altLang="en-US" sz="1300" b="1" dirty="0">
                <a:solidFill>
                  <a:schemeClr val="accent1"/>
                </a:solidFill>
              </a:rPr>
              <a:t>오늘의 길</a:t>
            </a:r>
            <a:endParaRPr lang="ko-KR" altLang="en-US" sz="1300" dirty="0"/>
          </a:p>
        </p:txBody>
      </p:sp>
      <p:sp>
        <p:nvSpPr>
          <p:cNvPr id="3" name="Text 0"/>
          <p:cNvSpPr/>
          <p:nvPr>
            <p:ph idx="100" type="title" hasCustomPrompt="1"/>
          </p:nvPr>
        </p:nvSpPr>
        <p:spPr>
          <a:xfrm>
            <a:off x="548640" y="658368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 eaLnBrk="0">
              <a:buNone/>
            </a:pPr>
            <a:r>
              <a:rPr lang="ko-KR" altLang="en-US" sz="2600" b="1" dirty="0">
                <a:solidFill>
                  <a:schemeClr val="tx1"/>
                </a:solidFill>
              </a:rPr>
              <a:t>버튼 하나에 묶인 호출이 되돌릴 수 있는 기록이 되기까지</a:t>
            </a:r>
            <a:endParaRPr lang="ko-KR" altLang="en-US" sz="2600" dirty="0"/>
          </a:p>
        </p:txBody>
      </p:sp>
      <p:sp>
        <p:nvSpPr>
          <p:cNvPr id="4" name="bridge"/>
          <p:cNvSpPr txBox="1"/>
          <p:nvPr/>
        </p:nvSpPr>
        <p:spPr>
          <a:xfrm>
            <a:off x="548640" y="5870448"/>
            <a:ext cx="1109441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 eaLnBrk="0">
              <a:buNone/>
            </a:pPr>
            <a:r>
              <a:rPr lang="ko-KR" altLang="en-US" sz="1500" b="1" dirty="0">
                <a:solidFill>
                  <a:schemeClr val="accent1"/>
                </a:solidFill>
              </a:rPr>
              <a:t>다음 질문  </a:t>
            </a:r>
            <a:pPr indent="0" marL="0" eaLnBrk="0">
              <a:buNone/>
            </a:pPr>
            <a:r>
              <a:rPr lang="ko-KR" altLang="en-US" sz="1500" dirty="0">
                <a:solidFill>
                  <a:schemeClr val="tx2"/>
                </a:solidFill>
              </a:rPr>
              <a:t>먼저, 명령 패턴은 한 문장으로 무엇일까?</a:t>
            </a:r>
            <a:endParaRPr lang="ko-KR" altLang="en-US" sz="1500" dirty="0"/>
          </a:p>
        </p:txBody>
      </p:sp>
      <p:sp>
        <p:nvSpPr>
          <p:cNvPr id="6" name="card"/>
          <p:cNvSpPr/>
          <p:nvPr/>
        </p:nvSpPr>
        <p:spPr>
          <a:xfrm>
            <a:off x="548640" y="1828800"/>
            <a:ext cx="2057400" cy="2103120"/>
          </a:xfrm>
          <a:prstGeom prst="roundRect">
            <a:avLst>
              <a:gd name="adj" fmla="val 4444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777240" y="2029968"/>
            <a:ext cx="420624" cy="420624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777240" y="2029968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 eaLnBrk="0">
              <a:buNone/>
            </a:pPr>
            <a:r>
              <a:rPr lang="ko-KR" altLang="en-US" sz="1500" b="1" dirty="0">
                <a:solidFill>
                  <a:schemeClr val="bg1"/>
                </a:solidFill>
              </a:rPr>
              <a:t>1</a:t>
            </a:r>
            <a:endParaRPr lang="ko-KR" altLang="en-US" sz="1500" dirty="0"/>
          </a:p>
        </p:txBody>
      </p:sp>
      <p:sp>
        <p:nvSpPr>
          <p:cNvPr id="9" name="Text 6"/>
          <p:cNvSpPr txBox="1"/>
          <p:nvPr/>
        </p:nvSpPr>
        <p:spPr>
          <a:xfrm>
            <a:off x="777240" y="2606040"/>
            <a:ext cx="1691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 eaLnBrk="0">
              <a:buNone/>
            </a:pPr>
            <a:r>
              <a:rPr lang="ko-KR" altLang="en-US" sz="1500" b="1" dirty="0">
                <a:solidFill>
                  <a:schemeClr val="tx1"/>
                </a:solidFill>
              </a:rPr>
              <a:t>버튼에 행동 묶기</a:t>
            </a:r>
            <a:endParaRPr lang="ko-KR" altLang="en-US" sz="1500" dirty="0"/>
          </a:p>
        </p:txBody>
      </p:sp>
      <p:sp>
        <p:nvSpPr>
          <p:cNvPr id="10" name="Text 7"/>
          <p:cNvSpPr txBox="1"/>
          <p:nvPr/>
        </p:nvSpPr>
        <p:spPr>
          <a:xfrm>
            <a:off x="777240" y="3291840"/>
            <a:ext cx="1691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 eaLnBrk="0">
              <a:buNone/>
            </a:pPr>
            <a:r>
              <a:rPr lang="ko-KR" altLang="en-US" sz="1300" dirty="0">
                <a:solidFill>
                  <a:schemeClr val="accent5"/>
                </a:solidFill>
              </a:rPr>
              <a:t>호출을 객체로 바꾼다</a:t>
            </a:r>
            <a:endParaRPr lang="ko-KR" altLang="en-US" sz="1300" dirty="0"/>
          </a:p>
        </p:txBody>
      </p:sp>
      <p:sp>
        <p:nvSpPr>
          <p:cNvPr id="11" name="Shape 8"/>
          <p:cNvSpPr/>
          <p:nvPr/>
        </p:nvSpPr>
        <p:spPr>
          <a:xfrm>
            <a:off x="2651760" y="2880360"/>
            <a:ext cx="110414" cy="914"/>
          </a:xfrm>
          <a:prstGeom prst="line">
            <a:avLst/>
          </a:prstGeom>
          <a:noFill/>
          <a:ln w="22225">
            <a:solidFill>
              <a:schemeClr val="accent3"/>
            </a:solidFill>
            <a:prstDash val="solid"/>
            <a:tailEnd type="triangle"/>
          </a:ln>
        </p:spPr>
      </p:sp>
      <p:sp>
        <p:nvSpPr>
          <p:cNvPr id="12" name="card"/>
          <p:cNvSpPr/>
          <p:nvPr/>
        </p:nvSpPr>
        <p:spPr>
          <a:xfrm>
            <a:off x="2807894" y="1828800"/>
            <a:ext cx="2057400" cy="2103120"/>
          </a:xfrm>
          <a:prstGeom prst="roundRect">
            <a:avLst>
              <a:gd name="adj" fmla="val 4444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3036494" y="2029968"/>
            <a:ext cx="420624" cy="420624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3036494" y="2029968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 eaLnBrk="0">
              <a:buNone/>
            </a:pPr>
            <a:r>
              <a:rPr lang="ko-KR" altLang="en-US" sz="1500" b="1" dirty="0">
                <a:solidFill>
                  <a:schemeClr val="bg1"/>
                </a:solidFill>
              </a:rPr>
              <a:t>2</a:t>
            </a:r>
            <a:endParaRPr lang="ko-KR" altLang="en-US" sz="1500" dirty="0"/>
          </a:p>
        </p:txBody>
      </p:sp>
      <p:sp>
        <p:nvSpPr>
          <p:cNvPr id="15" name="Text 12"/>
          <p:cNvSpPr txBox="1"/>
          <p:nvPr/>
        </p:nvSpPr>
        <p:spPr>
          <a:xfrm>
            <a:off x="3036494" y="2606040"/>
            <a:ext cx="1691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 eaLnBrk="0">
              <a:buNone/>
            </a:pPr>
            <a:r>
              <a:rPr lang="ko-KR" altLang="en-US" sz="1500" b="1" dirty="0">
                <a:solidFill>
                  <a:schemeClr val="tx1"/>
                </a:solidFill>
              </a:rPr>
              <a:t>누가 행동할지</a:t>
            </a:r>
            <a:endParaRPr lang="ko-KR" altLang="en-US" sz="1500" dirty="0"/>
          </a:p>
          <a:p>
            <a:pPr indent="0" marL="0" eaLnBrk="0">
              <a:buNone/>
            </a:pPr>
            <a:r>
              <a:rPr lang="ko-KR" altLang="en-US" sz="1500" b="1" dirty="0">
                <a:solidFill>
                  <a:schemeClr val="tx1"/>
                </a:solidFill>
              </a:rPr>
              <a:t>정하기</a:t>
            </a:r>
            <a:endParaRPr lang="ko-KR" altLang="en-US" sz="1500" dirty="0"/>
          </a:p>
        </p:txBody>
      </p:sp>
      <p:sp>
        <p:nvSpPr>
          <p:cNvPr id="16" name="Text 13"/>
          <p:cNvSpPr txBox="1"/>
          <p:nvPr/>
        </p:nvSpPr>
        <p:spPr>
          <a:xfrm>
            <a:off x="3036494" y="3291840"/>
            <a:ext cx="1691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 eaLnBrk="0">
              <a:buNone/>
            </a:pPr>
            <a:r>
              <a:rPr lang="ko-KR" altLang="en-US" sz="1300" dirty="0">
                <a:solidFill>
                  <a:schemeClr val="accent5"/>
                </a:solidFill>
              </a:rPr>
              <a:t>대상을 밖에서 넘긴다</a:t>
            </a:r>
            <a:endParaRPr lang="ko-KR" altLang="en-US" sz="1300" dirty="0"/>
          </a:p>
        </p:txBody>
      </p:sp>
      <p:sp>
        <p:nvSpPr>
          <p:cNvPr id="17" name="Shape 14"/>
          <p:cNvSpPr/>
          <p:nvPr/>
        </p:nvSpPr>
        <p:spPr>
          <a:xfrm>
            <a:off x="4911014" y="2880360"/>
            <a:ext cx="110414" cy="914"/>
          </a:xfrm>
          <a:prstGeom prst="line">
            <a:avLst/>
          </a:prstGeom>
          <a:noFill/>
          <a:ln w="22225">
            <a:solidFill>
              <a:schemeClr val="accent3"/>
            </a:solidFill>
            <a:prstDash val="solid"/>
            <a:tailEnd type="triangle"/>
          </a:ln>
        </p:spPr>
      </p:sp>
      <p:sp>
        <p:nvSpPr>
          <p:cNvPr id="18" name="card"/>
          <p:cNvSpPr/>
          <p:nvPr/>
        </p:nvSpPr>
        <p:spPr>
          <a:xfrm>
            <a:off x="5067148" y="1828800"/>
            <a:ext cx="2057400" cy="2103120"/>
          </a:xfrm>
          <a:prstGeom prst="roundRect">
            <a:avLst>
              <a:gd name="adj" fmla="val 4444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9" name="Shape 16"/>
          <p:cNvSpPr/>
          <p:nvPr/>
        </p:nvSpPr>
        <p:spPr>
          <a:xfrm>
            <a:off x="5295748" y="2029968"/>
            <a:ext cx="420624" cy="420624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20" name="Text 17"/>
          <p:cNvSpPr txBox="1"/>
          <p:nvPr/>
        </p:nvSpPr>
        <p:spPr>
          <a:xfrm>
            <a:off x="5295748" y="2029968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 eaLnBrk="0">
              <a:buNone/>
            </a:pPr>
            <a:r>
              <a:rPr lang="ko-KR" altLang="en-US" sz="1500" b="1" dirty="0">
                <a:solidFill>
                  <a:schemeClr val="bg1"/>
                </a:solidFill>
              </a:rPr>
              <a:t>3</a:t>
            </a:r>
            <a:endParaRPr lang="ko-KR" altLang="en-US" sz="1500" dirty="0"/>
          </a:p>
        </p:txBody>
      </p:sp>
      <p:sp>
        <p:nvSpPr>
          <p:cNvPr id="21" name="Text 18"/>
          <p:cNvSpPr txBox="1"/>
          <p:nvPr/>
        </p:nvSpPr>
        <p:spPr>
          <a:xfrm>
            <a:off x="5295748" y="2606040"/>
            <a:ext cx="1691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 eaLnBrk="0">
              <a:buNone/>
            </a:pPr>
            <a:r>
              <a:rPr lang="ko-KR" altLang="en-US" sz="1500" b="1" dirty="0">
                <a:solidFill>
                  <a:schemeClr val="tx1"/>
                </a:solidFill>
              </a:rPr>
              <a:t>되돌리기와</a:t>
            </a:r>
            <a:endParaRPr lang="ko-KR" altLang="en-US" sz="1500" dirty="0"/>
          </a:p>
          <a:p>
            <a:pPr indent="0" marL="0" eaLnBrk="0">
              <a:buNone/>
            </a:pPr>
            <a:r>
              <a:rPr lang="ko-KR" altLang="en-US" sz="1500" b="1" dirty="0">
                <a:solidFill>
                  <a:schemeClr val="tx1"/>
                </a:solidFill>
              </a:rPr>
              <a:t>다시 하기</a:t>
            </a:r>
            <a:endParaRPr lang="ko-KR" altLang="en-US" sz="1500" dirty="0"/>
          </a:p>
        </p:txBody>
      </p:sp>
      <p:sp>
        <p:nvSpPr>
          <p:cNvPr id="22" name="Text 19"/>
          <p:cNvSpPr txBox="1"/>
          <p:nvPr/>
        </p:nvSpPr>
        <p:spPr>
          <a:xfrm>
            <a:off x="5295748" y="3291840"/>
            <a:ext cx="1691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 eaLnBrk="0">
              <a:buNone/>
            </a:pPr>
            <a:r>
              <a:rPr lang="ko-KR" altLang="en-US" sz="1300" dirty="0">
                <a:solidFill>
                  <a:schemeClr val="accent5"/>
                </a:solidFill>
              </a:rPr>
              <a:t>명령이 이전 값을 기억한다</a:t>
            </a:r>
            <a:endParaRPr lang="ko-KR" altLang="en-US" sz="1300" dirty="0"/>
          </a:p>
        </p:txBody>
      </p:sp>
      <p:sp>
        <p:nvSpPr>
          <p:cNvPr id="23" name="Shape 20"/>
          <p:cNvSpPr/>
          <p:nvPr/>
        </p:nvSpPr>
        <p:spPr>
          <a:xfrm>
            <a:off x="7170268" y="2880360"/>
            <a:ext cx="110414" cy="914"/>
          </a:xfrm>
          <a:prstGeom prst="line">
            <a:avLst/>
          </a:prstGeom>
          <a:noFill/>
          <a:ln w="22225">
            <a:solidFill>
              <a:schemeClr val="accent3"/>
            </a:solidFill>
            <a:prstDash val="solid"/>
            <a:tailEnd type="triangle"/>
          </a:ln>
        </p:spPr>
      </p:sp>
      <p:sp>
        <p:nvSpPr>
          <p:cNvPr id="24" name="card"/>
          <p:cNvSpPr/>
          <p:nvPr/>
        </p:nvSpPr>
        <p:spPr>
          <a:xfrm>
            <a:off x="7326401" y="1828800"/>
            <a:ext cx="2057400" cy="2103120"/>
          </a:xfrm>
          <a:prstGeom prst="roundRect">
            <a:avLst>
              <a:gd name="adj" fmla="val 4444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5" name="Shape 22"/>
          <p:cNvSpPr/>
          <p:nvPr/>
        </p:nvSpPr>
        <p:spPr>
          <a:xfrm>
            <a:off x="7555001" y="2029968"/>
            <a:ext cx="420624" cy="420624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26" name="Text 23"/>
          <p:cNvSpPr txBox="1"/>
          <p:nvPr/>
        </p:nvSpPr>
        <p:spPr>
          <a:xfrm>
            <a:off x="7555001" y="2029968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 eaLnBrk="0">
              <a:buNone/>
            </a:pPr>
            <a:r>
              <a:rPr lang="ko-KR" altLang="en-US" sz="1500" b="1" dirty="0">
                <a:solidFill>
                  <a:schemeClr val="bg1"/>
                </a:solidFill>
              </a:rPr>
              <a:t>4</a:t>
            </a:r>
            <a:endParaRPr lang="ko-KR" altLang="en-US" sz="1500" dirty="0"/>
          </a:p>
        </p:txBody>
      </p:sp>
      <p:sp>
        <p:nvSpPr>
          <p:cNvPr id="27" name="Text 24"/>
          <p:cNvSpPr txBox="1"/>
          <p:nvPr/>
        </p:nvSpPr>
        <p:spPr>
          <a:xfrm>
            <a:off x="7555001" y="2606040"/>
            <a:ext cx="1691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 eaLnBrk="0">
              <a:buNone/>
            </a:pPr>
            <a:r>
              <a:rPr lang="ko-KR" altLang="en-US" sz="1500" b="1" dirty="0">
                <a:solidFill>
                  <a:schemeClr val="tx1"/>
                </a:solidFill>
              </a:rPr>
              <a:t>클래스와 함수</a:t>
            </a:r>
            <a:endParaRPr lang="ko-KR" altLang="en-US" sz="1500" dirty="0"/>
          </a:p>
        </p:txBody>
      </p:sp>
      <p:sp>
        <p:nvSpPr>
          <p:cNvPr id="28" name="Text 25"/>
          <p:cNvSpPr txBox="1"/>
          <p:nvPr/>
        </p:nvSpPr>
        <p:spPr>
          <a:xfrm>
            <a:off x="7555001" y="3291840"/>
            <a:ext cx="1691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 eaLnBrk="0">
              <a:buNone/>
            </a:pPr>
            <a:r>
              <a:rPr lang="ko-KR" altLang="en-US" sz="1300" dirty="0">
                <a:solidFill>
                  <a:schemeClr val="accent5"/>
                </a:solidFill>
              </a:rPr>
              <a:t>델리게이트와 비교한다</a:t>
            </a:r>
            <a:endParaRPr lang="ko-KR" altLang="en-US" sz="1300" dirty="0"/>
          </a:p>
        </p:txBody>
      </p:sp>
      <p:sp>
        <p:nvSpPr>
          <p:cNvPr id="29" name="Shape 26"/>
          <p:cNvSpPr/>
          <p:nvPr/>
        </p:nvSpPr>
        <p:spPr>
          <a:xfrm>
            <a:off x="9429521" y="2880360"/>
            <a:ext cx="110414" cy="914"/>
          </a:xfrm>
          <a:prstGeom prst="line">
            <a:avLst/>
          </a:prstGeom>
          <a:noFill/>
          <a:ln w="22225">
            <a:solidFill>
              <a:schemeClr val="accent3"/>
            </a:solidFill>
            <a:prstDash val="solid"/>
            <a:tailEnd type="triangle"/>
          </a:ln>
        </p:spPr>
      </p:sp>
      <p:sp>
        <p:nvSpPr>
          <p:cNvPr id="30" name="card"/>
          <p:cNvSpPr/>
          <p:nvPr/>
        </p:nvSpPr>
        <p:spPr>
          <a:xfrm>
            <a:off x="9585655" y="1828800"/>
            <a:ext cx="2057400" cy="2103120"/>
          </a:xfrm>
          <a:prstGeom prst="roundRect">
            <a:avLst>
              <a:gd name="adj" fmla="val 4444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31" name="Shape 28"/>
          <p:cNvSpPr/>
          <p:nvPr/>
        </p:nvSpPr>
        <p:spPr>
          <a:xfrm>
            <a:off x="9814255" y="2029968"/>
            <a:ext cx="420624" cy="420624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32" name="Text 29"/>
          <p:cNvSpPr txBox="1"/>
          <p:nvPr/>
        </p:nvSpPr>
        <p:spPr>
          <a:xfrm>
            <a:off x="9814255" y="2029968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 eaLnBrk="0">
              <a:buNone/>
            </a:pPr>
            <a:r>
              <a:rPr lang="ko-KR" altLang="en-US" sz="1500" b="1" dirty="0">
                <a:solidFill>
                  <a:schemeClr val="bg1"/>
                </a:solidFill>
              </a:rPr>
              <a:t>5</a:t>
            </a:r>
            <a:endParaRPr lang="ko-KR" altLang="en-US" sz="1500" dirty="0"/>
          </a:p>
        </p:txBody>
      </p:sp>
      <p:sp>
        <p:nvSpPr>
          <p:cNvPr id="33" name="Text 30"/>
          <p:cNvSpPr txBox="1"/>
          <p:nvPr/>
        </p:nvSpPr>
        <p:spPr>
          <a:xfrm>
            <a:off x="9814255" y="2606040"/>
            <a:ext cx="1691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 eaLnBrk="0">
              <a:buNone/>
            </a:pPr>
            <a:r>
              <a:rPr lang="ko-KR" altLang="en-US" sz="1500" b="1" dirty="0">
                <a:solidFill>
                  <a:schemeClr val="tx1"/>
                </a:solidFill>
              </a:rPr>
              <a:t>쓸 때와 주의점</a:t>
            </a:r>
            <a:endParaRPr lang="ko-KR" altLang="en-US" sz="1500" dirty="0"/>
          </a:p>
        </p:txBody>
      </p:sp>
      <p:sp>
        <p:nvSpPr>
          <p:cNvPr id="34" name="Text 31"/>
          <p:cNvSpPr txBox="1"/>
          <p:nvPr/>
        </p:nvSpPr>
        <p:spPr>
          <a:xfrm>
            <a:off x="9814255" y="3291840"/>
            <a:ext cx="1691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 eaLnBrk="0">
              <a:buNone/>
            </a:pPr>
            <a:r>
              <a:rPr lang="ko-KR" altLang="en-US" sz="1300" dirty="0">
                <a:solidFill>
                  <a:schemeClr val="accent5"/>
                </a:solidFill>
              </a:rPr>
              <a:t>관련 패턴, Unity 대응</a:t>
            </a:r>
            <a:endParaRPr lang="ko-KR" altLang="en-US" sz="1300" dirty="0"/>
          </a:p>
        </p:txBody>
      </p:sp>
      <p:sp>
        <p:nvSpPr>
          <p:cNvPr id="35" name="Text 32"/>
          <p:cNvSpPr txBox="1"/>
          <p:nvPr/>
        </p:nvSpPr>
        <p:spPr>
          <a:xfrm>
            <a:off x="548640" y="4434840"/>
            <a:ext cx="1109441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 eaLnBrk="0">
              <a:buNone/>
            </a:pPr>
            <a:r>
              <a:rPr lang="ko-KR" altLang="en-US" sz="1600" dirty="0">
                <a:solidFill>
                  <a:schemeClr val="tx2"/>
                </a:solidFill>
              </a:rPr>
              <a:t>오늘 예제는 원서와 같다: 게임패드의 X·Y·A·B 버튼, 그리고 턴제 전략 게임의 유닛 이동.</a:t>
            </a:r>
            <a:endParaRPr lang="ko-KR" alt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11535" y="6400800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 eaLnBrk="0">
              <a:defRPr sz="1000">
                <a:solidFill>
                  <a:schemeClr val="accent3"/>
                </a:solidFill>
              </a:defRPr>
            </a:lvl1pPr>
          </a:lstStyle>
          <a:p>
            <a:pPr algn="r" eaLnBrk="0"/>
            <a:fld id="{F7021451-1387-4CA6-816F-3879F97B5CBC}" type="slidenum">
              <a:rPr b="0" lang="ko-KR" altLang="en-US"/>
              <a:t>2</a:t>
            </a:fld>
            <a:endParaRPr lang="ko-KR" alt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cker"/>
          <p:cNvSpPr txBox="1"/>
          <p:nvPr/>
        </p:nvSpPr>
        <p:spPr>
          <a:xfrm>
            <a:off x="548640" y="329184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 eaLnBrk="0">
              <a:buNone/>
            </a:pPr>
            <a:r>
              <a:rPr lang="ko-KR" altLang="en-US" sz="1300" b="1" dirty="0">
                <a:solidFill>
                  <a:schemeClr val="accent1"/>
                </a:solidFill>
              </a:rPr>
              <a:t>정의</a:t>
            </a:r>
            <a:endParaRPr lang="ko-KR" altLang="en-US" sz="1300" dirty="0"/>
          </a:p>
        </p:txBody>
      </p:sp>
      <p:sp>
        <p:nvSpPr>
          <p:cNvPr id="3" name="Text 0"/>
          <p:cNvSpPr/>
          <p:nvPr>
            <p:ph idx="100" type="title" hasCustomPrompt="1"/>
          </p:nvPr>
        </p:nvSpPr>
        <p:spPr>
          <a:xfrm>
            <a:off x="548640" y="658368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 eaLnBrk="0">
              <a:buNone/>
            </a:pPr>
            <a:r>
              <a:rPr lang="ko-KR" altLang="en-US" sz="2600" b="1" dirty="0">
                <a:solidFill>
                  <a:schemeClr val="tx1"/>
                </a:solidFill>
              </a:rPr>
              <a:t>명령은 메서드 호출을 객체로 만든 것이다</a:t>
            </a:r>
            <a:endParaRPr lang="ko-KR" altLang="en-US" sz="2600" dirty="0"/>
          </a:p>
        </p:txBody>
      </p:sp>
      <p:sp>
        <p:nvSpPr>
          <p:cNvPr id="4" name="bridge"/>
          <p:cNvSpPr txBox="1"/>
          <p:nvPr/>
        </p:nvSpPr>
        <p:spPr>
          <a:xfrm>
            <a:off x="548640" y="5870448"/>
            <a:ext cx="1109441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 eaLnBrk="0">
              <a:buNone/>
            </a:pPr>
            <a:r>
              <a:rPr lang="ko-KR" altLang="en-US" sz="1500" b="1" dirty="0">
                <a:solidFill>
                  <a:schemeClr val="accent1"/>
                </a:solidFill>
              </a:rPr>
              <a:t>다음 질문  </a:t>
            </a:r>
            <a:pPr indent="0" marL="0" eaLnBrk="0">
              <a:buNone/>
            </a:pPr>
            <a:r>
              <a:rPr lang="ko-KR" altLang="en-US" sz="1500" dirty="0">
                <a:solidFill>
                  <a:schemeClr val="tx2"/>
                </a:solidFill>
              </a:rPr>
              <a:t>왜 호출을 객체로 만들어야 할까? 버튼 입력부터 보자.</a:t>
            </a:r>
            <a:endParaRPr lang="ko-KR" altLang="en-US" sz="1500" dirty="0"/>
          </a:p>
        </p:txBody>
      </p:sp>
      <p:sp>
        <p:nvSpPr>
          <p:cNvPr id="6" name="Shape 3"/>
          <p:cNvSpPr/>
          <p:nvPr/>
        </p:nvSpPr>
        <p:spPr>
          <a:xfrm>
            <a:off x="548640" y="1783080"/>
            <a:ext cx="4572000" cy="2377440"/>
          </a:xfrm>
          <a:prstGeom prst="roundRect">
            <a:avLst>
              <a:gd name="adj" fmla="val 3846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822960" y="1965960"/>
            <a:ext cx="4023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 eaLnBrk="0">
              <a:buNone/>
            </a:pPr>
            <a:r>
              <a:rPr lang="ko-KR" altLang="en-US" sz="1800" b="1" dirty="0">
                <a:solidFill>
                  <a:schemeClr val="accent6"/>
                </a:solidFill>
              </a:rPr>
              <a:t>메서드 호출</a:t>
            </a:r>
            <a:endParaRPr lang="ko-KR" altLang="en-US" sz="1800" dirty="0"/>
          </a:p>
        </p:txBody>
      </p:sp>
      <p:sp>
        <p:nvSpPr>
          <p:cNvPr id="8" name="codePanel"/>
          <p:cNvSpPr/>
          <p:nvPr/>
        </p:nvSpPr>
        <p:spPr>
          <a:xfrm>
            <a:off x="822960" y="2514600"/>
            <a:ext cx="4023360" cy="548640"/>
          </a:xfrm>
          <a:prstGeom prst="roundRect">
            <a:avLst>
              <a:gd name="adj" fmla="val 13333"/>
            </a:avLst>
          </a:prstGeom>
          <a:solidFill>
            <a:schemeClr val="tx1"/>
          </a:solidFill>
          <a:ln w="12700">
            <a:solidFill>
              <a:schemeClr val="tx1"/>
            </a:solidFill>
            <a:prstDash val="solid"/>
          </a:ln>
        </p:spPr>
      </p:sp>
      <p:sp>
        <p:nvSpPr>
          <p:cNvPr id="9" name="code"/>
          <p:cNvSpPr txBox="1"/>
          <p:nvPr/>
        </p:nvSpPr>
        <p:spPr>
          <a:xfrm>
            <a:off x="932688" y="2606040"/>
            <a:ext cx="3803904" cy="3657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indent="0" marL="0" eaLnBrk="0">
              <a:buNone/>
            </a:pPr>
            <a:r>
              <a:rPr lang="ko-KR" altLang="en-US" sz="1600" dirty="0">
                <a:solidFill>
                  <a:schemeClr val="bg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Jump();</a:t>
            </a:r>
            <a:endParaRPr lang="ko-KR" altLang="en-US" sz="1600" dirty="0"/>
          </a:p>
        </p:txBody>
      </p:sp>
      <p:sp>
        <p:nvSpPr>
          <p:cNvPr id="10" name="Text 7"/>
          <p:cNvSpPr txBox="1"/>
          <p:nvPr/>
        </p:nvSpPr>
        <p:spPr>
          <a:xfrm>
            <a:off x="822960" y="3246120"/>
            <a:ext cx="4023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 eaLnBrk="0">
              <a:buNone/>
            </a:pPr>
            <a:r>
              <a:rPr lang="ko-KR" altLang="en-US" sz="1400" dirty="0">
                <a:solidFill>
                  <a:schemeClr val="tx2"/>
                </a:solidFill>
              </a:rPr>
              <a:t>실행되는 순간 끝난다. 저장하거나 다른 곳에 넘길 수 없다.</a:t>
            </a:r>
            <a:endParaRPr lang="ko-KR" altLang="en-US" sz="1400" dirty="0"/>
          </a:p>
        </p:txBody>
      </p:sp>
      <p:sp>
        <p:nvSpPr>
          <p:cNvPr id="11" name="Shape 8"/>
          <p:cNvSpPr/>
          <p:nvPr/>
        </p:nvSpPr>
        <p:spPr>
          <a:xfrm>
            <a:off x="5257800" y="2971800"/>
            <a:ext cx="914400" cy="914"/>
          </a:xfrm>
          <a:prstGeom prst="line">
            <a:avLst/>
          </a:prstGeom>
          <a:noFill/>
          <a:ln w="31750">
            <a:solidFill>
              <a:schemeClr val="accent1"/>
            </a:solidFill>
            <a:prstDash val="solid"/>
            <a:tailEnd type="triangle"/>
          </a:ln>
        </p:spPr>
      </p:sp>
      <p:sp>
        <p:nvSpPr>
          <p:cNvPr id="12" name="Shape 9"/>
          <p:cNvSpPr/>
          <p:nvPr/>
        </p:nvSpPr>
        <p:spPr>
          <a:xfrm>
            <a:off x="6309360" y="1783080"/>
            <a:ext cx="5333695" cy="2377440"/>
          </a:xfrm>
          <a:prstGeom prst="roundRect">
            <a:avLst>
              <a:gd name="adj" fmla="val 3846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6583680" y="1965960"/>
            <a:ext cx="478505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 eaLnBrk="0">
              <a:buNone/>
            </a:pPr>
            <a:r>
              <a:rPr lang="ko-KR" altLang="en-US" sz="1800" b="1" dirty="0">
                <a:solidFill>
                  <a:schemeClr val="accent2"/>
                </a:solidFill>
              </a:rPr>
              <a:t>명령 객체</a:t>
            </a:r>
            <a:endParaRPr lang="ko-KR" altLang="en-US" sz="1800" dirty="0"/>
          </a:p>
        </p:txBody>
      </p:sp>
      <p:sp>
        <p:nvSpPr>
          <p:cNvPr id="14" name="codePanel"/>
          <p:cNvSpPr/>
          <p:nvPr/>
        </p:nvSpPr>
        <p:spPr>
          <a:xfrm>
            <a:off x="6583680" y="2514600"/>
            <a:ext cx="4785055" cy="548640"/>
          </a:xfrm>
          <a:prstGeom prst="roundRect">
            <a:avLst>
              <a:gd name="adj" fmla="val 13333"/>
            </a:avLst>
          </a:prstGeom>
          <a:solidFill>
            <a:schemeClr val="tx1"/>
          </a:solidFill>
          <a:ln w="12700">
            <a:solidFill>
              <a:schemeClr val="tx1"/>
            </a:solidFill>
            <a:prstDash val="solid"/>
          </a:ln>
        </p:spPr>
      </p:sp>
      <p:sp>
        <p:nvSpPr>
          <p:cNvPr id="15" name="code"/>
          <p:cNvSpPr txBox="1"/>
          <p:nvPr/>
        </p:nvSpPr>
        <p:spPr>
          <a:xfrm>
            <a:off x="6693408" y="2606040"/>
            <a:ext cx="4565599" cy="3657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indent="0" marL="0" eaLnBrk="0">
              <a:buNone/>
            </a:pPr>
            <a:r>
              <a:rPr lang="ko-KR" altLang="en-US" sz="1600" dirty="0">
                <a:solidFill>
                  <a:schemeClr val="bg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ICommand jump = new JumpCommand();</a:t>
            </a:r>
            <a:endParaRPr lang="ko-KR" altLang="en-US" sz="1600" dirty="0"/>
          </a:p>
        </p:txBody>
      </p:sp>
      <p:sp>
        <p:nvSpPr>
          <p:cNvPr id="16" name="Text 13"/>
          <p:cNvSpPr txBox="1"/>
          <p:nvPr/>
        </p:nvSpPr>
        <p:spPr>
          <a:xfrm>
            <a:off x="6583680" y="3246120"/>
            <a:ext cx="478505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 eaLnBrk="0">
              <a:buNone/>
            </a:pPr>
            <a:r>
              <a:rPr lang="ko-KR" altLang="en-US" sz="1400" dirty="0">
                <a:solidFill>
                  <a:schemeClr val="tx2"/>
                </a:solidFill>
              </a:rPr>
              <a:t>변수에 담아 두고, 다른 객체에 넘기고, 원할 때 실행한다. 기록해 두었다가 되돌릴 수도 있다.</a:t>
            </a:r>
            <a:endParaRPr lang="ko-KR" altLang="en-US" sz="1400" dirty="0"/>
          </a:p>
        </p:txBody>
      </p:sp>
      <p:sp>
        <p:nvSpPr>
          <p:cNvPr id="17" name="box"/>
          <p:cNvSpPr/>
          <p:nvPr/>
        </p:nvSpPr>
        <p:spPr>
          <a:xfrm>
            <a:off x="548640" y="4480560"/>
            <a:ext cx="11094415" cy="1051560"/>
          </a:xfrm>
          <a:prstGeom prst="roundRect">
            <a:avLst>
              <a:gd name="adj" fmla="val 6957"/>
            </a:avLst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18" name="Text 15"/>
          <p:cNvSpPr txBox="1"/>
          <p:nvPr/>
        </p:nvSpPr>
        <p:spPr>
          <a:xfrm>
            <a:off x="548640" y="4480560"/>
            <a:ext cx="11094415" cy="10515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ctr" indent="0" marL="0" eaLnBrk="0">
              <a:buNone/>
            </a:pPr>
            <a:r>
              <a:rPr lang="ko-KR" altLang="en-US" sz="1700" dirty="0">
                <a:solidFill>
                  <a:schemeClr val="bg1"/>
                </a:solidFill>
              </a:rPr>
              <a:t>GoF의 정의: 요청을 객체로 감싸서, 요청을 바꿔 끼우고, 줄 세우거나 기록하고, 되돌릴 수 있게 한다.</a:t>
            </a:r>
            <a:endParaRPr lang="ko-KR" altLang="en-US" sz="1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11535" y="6400800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 eaLnBrk="0">
              <a:defRPr sz="1000">
                <a:solidFill>
                  <a:schemeClr val="accent3"/>
                </a:solidFill>
              </a:defRPr>
            </a:lvl1pPr>
          </a:lstStyle>
          <a:p>
            <a:pPr algn="r" eaLnBrk="0"/>
            <a:fld id="{F7021451-1387-4CA6-816F-3879F97B5CBC}" type="slidenum">
              <a:rPr b="0" lang="ko-KR" altLang="en-US"/>
              <a:t>3</a:t>
            </a:fld>
            <a:endParaRPr lang="ko-KR" alt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art"/>
          <p:cNvSpPr txBox="1"/>
          <p:nvPr/>
        </p:nvSpPr>
        <p:spPr>
          <a:xfrm>
            <a:off x="548640" y="2148840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 eaLnBrk="0">
              <a:buNone/>
            </a:pPr>
            <a:r>
              <a:rPr lang="ko-KR" altLang="en-US" sz="1600" b="1" dirty="0">
                <a:solidFill>
                  <a:schemeClr val="accent1"/>
                </a:solidFill>
              </a:rPr>
              <a:t>1부</a:t>
            </a:r>
            <a:endParaRPr lang="ko-KR" altLang="en-US" sz="1600" dirty="0"/>
          </a:p>
        </p:txBody>
      </p:sp>
      <p:sp>
        <p:nvSpPr>
          <p:cNvPr id="3" name="Text 0"/>
          <p:cNvSpPr/>
          <p:nvPr>
            <p:ph idx="100" type="title" hasCustomPrompt="1"/>
          </p:nvPr>
        </p:nvSpPr>
        <p:spPr>
          <a:xfrm>
            <a:off x="548640" y="2651760"/>
            <a:ext cx="11094415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 eaLnBrk="0">
              <a:buNone/>
            </a:pPr>
            <a:r>
              <a:rPr lang="ko-KR" altLang="en-US" sz="3600" b="1" dirty="0">
                <a:solidFill>
                  <a:schemeClr val="bg1"/>
                </a:solidFill>
              </a:rPr>
              <a:t>버튼에 행동 묶기</a:t>
            </a:r>
            <a:endParaRPr lang="ko-KR" altLang="en-US" sz="3600" dirty="0"/>
          </a:p>
        </p:txBody>
      </p:sp>
      <p:sp>
        <p:nvSpPr>
          <p:cNvPr id="4" name="Text 0"/>
          <p:cNvSpPr/>
          <p:nvPr>
            <p:ph idx="101" type="body" hasCustomPrompt="1"/>
          </p:nvPr>
        </p:nvSpPr>
        <p:spPr>
          <a:xfrm>
            <a:off x="548640" y="3794760"/>
            <a:ext cx="11094415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 eaLnBrk="0">
              <a:buNone/>
            </a:pPr>
            <a:r>
              <a:rPr lang="ko-KR" altLang="en-US" sz="1800" dirty="0">
                <a:solidFill>
                  <a:schemeClr val="accent3"/>
                </a:solidFill>
              </a:rPr>
              <a:t>원서 「명령」 장의 첫 예제: 입력 설정</a:t>
            </a:r>
            <a:endParaRPr lang="ko-KR" alt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11535" y="6400800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 eaLnBrk="0">
              <a:defRPr sz="1000">
                <a:solidFill>
                  <a:schemeClr val="accent3"/>
                </a:solidFill>
              </a:defRPr>
            </a:lvl1pPr>
          </a:lstStyle>
          <a:p>
            <a:pPr algn="r" eaLnBrk="0"/>
            <a:fld id="{F7021451-1387-4CA6-816F-3879F97B5CBC}" type="slidenum">
              <a:rPr b="0" lang="ko-KR" altLang="en-US"/>
              <a:t>4</a:t>
            </a:fld>
            <a:endParaRPr lang="ko-KR" alt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cker"/>
          <p:cNvSpPr txBox="1"/>
          <p:nvPr/>
        </p:nvSpPr>
        <p:spPr>
          <a:xfrm>
            <a:off x="548640" y="329184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 eaLnBrk="0">
              <a:buNone/>
            </a:pPr>
            <a:r>
              <a:rPr lang="ko-KR" altLang="en-US" sz="1300" b="1" dirty="0">
                <a:solidFill>
                  <a:schemeClr val="accent1"/>
                </a:solidFill>
              </a:rPr>
              <a:t>첫 시도</a:t>
            </a:r>
            <a:endParaRPr lang="ko-KR" altLang="en-US" sz="1300" dirty="0"/>
          </a:p>
        </p:txBody>
      </p:sp>
      <p:sp>
        <p:nvSpPr>
          <p:cNvPr id="3" name="Text 0"/>
          <p:cNvSpPr/>
          <p:nvPr>
            <p:ph idx="100" type="title" hasCustomPrompt="1"/>
          </p:nvPr>
        </p:nvSpPr>
        <p:spPr>
          <a:xfrm>
            <a:off x="548640" y="658368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 eaLnBrk="0">
              <a:buNone/>
            </a:pPr>
            <a:r>
              <a:rPr lang="ko-KR" altLang="en-US" sz="2600" b="1" dirty="0">
                <a:solidFill>
                  <a:schemeClr val="tx1"/>
                </a:solidFill>
              </a:rPr>
              <a:t>버튼마다 호출할 함수를 코드에 직접 적는다</a:t>
            </a:r>
            <a:endParaRPr lang="ko-KR" altLang="en-US" sz="2600" dirty="0"/>
          </a:p>
        </p:txBody>
      </p:sp>
      <p:sp>
        <p:nvSpPr>
          <p:cNvPr id="4" name="bridge"/>
          <p:cNvSpPr txBox="1"/>
          <p:nvPr/>
        </p:nvSpPr>
        <p:spPr>
          <a:xfrm>
            <a:off x="548640" y="5870448"/>
            <a:ext cx="1109441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 eaLnBrk="0">
              <a:buNone/>
            </a:pPr>
            <a:r>
              <a:rPr lang="ko-KR" altLang="en-US" sz="1500" b="1" dirty="0">
                <a:solidFill>
                  <a:schemeClr val="accent1"/>
                </a:solidFill>
              </a:rPr>
              <a:t>다음 질문  </a:t>
            </a:r>
            <a:pPr indent="0" marL="0" eaLnBrk="0">
              <a:buNone/>
            </a:pPr>
            <a:r>
              <a:rPr lang="ko-KR" altLang="en-US" sz="1500" dirty="0">
                <a:solidFill>
                  <a:schemeClr val="tx2"/>
                </a:solidFill>
              </a:rPr>
              <a:t>그런데 플레이어가 버튼 배치를 바꾸고 싶다면?</a:t>
            </a:r>
            <a:endParaRPr lang="ko-KR" altLang="en-US" sz="1500" dirty="0"/>
          </a:p>
        </p:txBody>
      </p:sp>
      <p:sp>
        <p:nvSpPr>
          <p:cNvPr id="6" name="codePanel"/>
          <p:cNvSpPr/>
          <p:nvPr/>
        </p:nvSpPr>
        <p:spPr>
          <a:xfrm>
            <a:off x="548640" y="1691640"/>
            <a:ext cx="6766560" cy="2743200"/>
          </a:xfrm>
          <a:prstGeom prst="roundRect">
            <a:avLst>
              <a:gd name="adj" fmla="val 2667"/>
            </a:avLst>
          </a:prstGeom>
          <a:solidFill>
            <a:schemeClr val="tx1"/>
          </a:solidFill>
          <a:ln w="12700">
            <a:solidFill>
              <a:schemeClr val="tx1"/>
            </a:solidFill>
            <a:prstDash val="solid"/>
          </a:ln>
        </p:spPr>
      </p:sp>
      <p:sp>
        <p:nvSpPr>
          <p:cNvPr id="7" name="code"/>
          <p:cNvSpPr txBox="1"/>
          <p:nvPr/>
        </p:nvSpPr>
        <p:spPr>
          <a:xfrm>
            <a:off x="658368" y="1783080"/>
            <a:ext cx="6547104" cy="25603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indent="0" marL="0" eaLnBrk="0">
              <a:buNone/>
            </a:pPr>
            <a:r>
              <a:rPr lang="ko-KR" altLang="en-US" sz="1400" dirty="0">
                <a:solidFill>
                  <a:schemeClr val="bg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public class InputHandler</a:t>
            </a:r>
            <a:endParaRPr lang="ko-KR" altLang="en-US" sz="1400" dirty="0"/>
          </a:p>
          <a:p>
            <a:pPr indent="0" marL="0" eaLnBrk="0">
              <a:buNone/>
            </a:pPr>
            <a:r>
              <a:rPr lang="ko-KR" altLang="en-US" sz="1400" dirty="0">
                <a:solidFill>
                  <a:schemeClr val="bg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</a:t>
            </a:r>
            <a:endParaRPr lang="ko-KR" altLang="en-US" sz="1400" dirty="0"/>
          </a:p>
          <a:p>
            <a:pPr indent="0" marL="0" eaLnBrk="0">
              <a:buNone/>
            </a:pPr>
            <a:r>
              <a:rPr lang="ko-KR" altLang="en-US" sz="1400" dirty="0">
                <a:solidFill>
                  <a:schemeClr val="bg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public void HandleInput()</a:t>
            </a:r>
            <a:endParaRPr lang="ko-KR" altLang="en-US" sz="1400" dirty="0"/>
          </a:p>
          <a:p>
            <a:pPr indent="0" marL="0" eaLnBrk="0">
              <a:buNone/>
            </a:pPr>
            <a:r>
              <a:rPr lang="ko-KR" altLang="en-US" sz="1400" dirty="0">
                <a:solidFill>
                  <a:schemeClr val="bg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{</a:t>
            </a:r>
            <a:endParaRPr lang="ko-KR" altLang="en-US" sz="1400" dirty="0"/>
          </a:p>
          <a:p>
            <a:pPr indent="0" marL="0" eaLnBrk="0">
              <a:buNone/>
            </a:pPr>
            <a:r>
              <a:rPr lang="ko-KR" altLang="en-US" sz="1400" b="1" dirty="0">
                <a:solidFill>
                  <a:schemeClr val="accent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if (IsPressed(Button.X)) Jump();</a:t>
            </a:r>
            <a:endParaRPr lang="ko-KR" altLang="en-US" sz="1400" dirty="0"/>
          </a:p>
          <a:p>
            <a:pPr indent="0" marL="0" eaLnBrk="0">
              <a:buNone/>
            </a:pPr>
            <a:r>
              <a:rPr lang="ko-KR" altLang="en-US" sz="1400" b="1" dirty="0">
                <a:solidFill>
                  <a:schemeClr val="accent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else if (IsPressed(Button.Y)) FireGun();</a:t>
            </a:r>
            <a:endParaRPr lang="ko-KR" altLang="en-US" sz="1400" dirty="0"/>
          </a:p>
          <a:p>
            <a:pPr indent="0" marL="0" eaLnBrk="0">
              <a:buNone/>
            </a:pPr>
            <a:r>
              <a:rPr lang="ko-KR" altLang="en-US" sz="1400" b="1" dirty="0">
                <a:solidFill>
                  <a:schemeClr val="accent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else if (IsPressed(Button.A)) SwapWeapon();</a:t>
            </a:r>
            <a:endParaRPr lang="ko-KR" altLang="en-US" sz="1400" dirty="0"/>
          </a:p>
          <a:p>
            <a:pPr indent="0" marL="0" eaLnBrk="0">
              <a:buNone/>
            </a:pPr>
            <a:r>
              <a:rPr lang="ko-KR" altLang="en-US" sz="1400" b="1" dirty="0">
                <a:solidFill>
                  <a:schemeClr val="accent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else if (IsPressed(Button.B)) LurchIneffectively();</a:t>
            </a:r>
            <a:endParaRPr lang="ko-KR" altLang="en-US" sz="1400" dirty="0"/>
          </a:p>
          <a:p>
            <a:pPr indent="0" marL="0" eaLnBrk="0">
              <a:buNone/>
            </a:pPr>
            <a:r>
              <a:rPr lang="ko-KR" altLang="en-US" sz="1400" dirty="0">
                <a:solidFill>
                  <a:schemeClr val="bg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}</a:t>
            </a:r>
            <a:endParaRPr lang="ko-KR" altLang="en-US" sz="1400" dirty="0"/>
          </a:p>
          <a:p>
            <a:pPr indent="0" marL="0" eaLnBrk="0">
              <a:buNone/>
            </a:pPr>
            <a:r>
              <a:rPr lang="ko-KR" altLang="en-US" sz="1400" dirty="0">
                <a:solidFill>
                  <a:schemeClr val="bg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ko-KR" altLang="en-US" sz="1400" dirty="0"/>
          </a:p>
        </p:txBody>
      </p:sp>
      <p:sp>
        <p:nvSpPr>
          <p:cNvPr id="8" name="codeCaption"/>
          <p:cNvSpPr txBox="1"/>
          <p:nvPr/>
        </p:nvSpPr>
        <p:spPr>
          <a:xfrm>
            <a:off x="4206240" y="1783080"/>
            <a:ext cx="2971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 eaLnBrk="0">
              <a:buNone/>
            </a:pPr>
            <a:r>
              <a:rPr lang="ko-KR" altLang="en-US" sz="1000" dirty="0">
                <a:solidFill>
                  <a:schemeClr val="accent3"/>
                </a:solidFill>
              </a:rPr>
              <a:t>원서 예제를 C#으로 옮긴 코드</a:t>
            </a:r>
            <a:endParaRPr lang="ko-KR" altLang="en-US" sz="10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680960" y="1691640"/>
          <a:ext cx="3962095" cy="914400"/>
        </p:xfrm>
        <a:graphic>
          <a:graphicData uri="http://schemas.openxmlformats.org/drawingml/2006/table">
            <a:tbl>
              <a:tblPr/>
              <a:tblGrid>
                <a:gridCol w="1097280"/>
                <a:gridCol w="2864815"/>
              </a:tblGrid>
              <a:tr h="457200">
                <a:tc>
                  <a:txBody>
                    <a:bodyPr/>
                    <a:lstStyle/>
                    <a:p>
                      <a:pPr indent="0" marL="0" eaLnBrk="0">
                        <a:buNone/>
                      </a:pPr>
                      <a:r>
                        <a:rPr lang="ko-KR" altLang="en-US" sz="1400" b="1" dirty="0">
                          <a:solidFill>
                            <a:schemeClr val="bg1"/>
                          </a:solidFill>
                        </a:rPr>
                        <a:t>버튼</a:t>
                      </a:r>
                      <a:endParaRPr lang="ko-KR" altLang="en-US" sz="1400" dirty="0"/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 eaLnBrk="0">
                        <a:buNone/>
                      </a:pPr>
                      <a:r>
                        <a:rPr lang="ko-KR" altLang="en-US" sz="1400" b="1" dirty="0">
                          <a:solidFill>
                            <a:schemeClr val="bg1"/>
                          </a:solidFill>
                        </a:rPr>
                        <a:t>행동</a:t>
                      </a:r>
                      <a:endParaRPr lang="ko-KR" altLang="en-US" sz="1400" dirty="0"/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 eaLnBrk="0">
                        <a:buNone/>
                      </a:pPr>
                      <a:r>
                        <a:rPr lang="ko-KR" altLang="en-US" sz="1400" b="1" dirty="0">
                          <a:solidFill>
                            <a:schemeClr val="tx1"/>
                          </a:solidFill>
                        </a:rPr>
                        <a:t>X</a:t>
                      </a:r>
                      <a:endParaRPr lang="ko-KR" altLang="en-US" sz="1400" dirty="0"/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 eaLnBrk="0">
                        <a:buNone/>
                      </a:pPr>
                      <a:r>
                        <a:rPr lang="ko-KR" altLang="en-US" sz="1400" dirty="0">
                          <a:solidFill>
                            <a:schemeClr val="tx2"/>
                          </a:solidFill>
                        </a:rPr>
                        <a:t>점프</a:t>
                      </a:r>
                      <a:endParaRPr lang="ko-KR" altLang="en-US" sz="1400" dirty="0"/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 eaLnBrk="0">
                        <a:buNone/>
                      </a:pPr>
                      <a:r>
                        <a:rPr lang="ko-KR" altLang="en-US" sz="1400" b="1" dirty="0">
                          <a:solidFill>
                            <a:schemeClr val="tx1"/>
                          </a:solidFill>
                        </a:rPr>
                        <a:t>Y</a:t>
                      </a:r>
                      <a:endParaRPr lang="ko-KR" altLang="en-US" sz="1400" dirty="0"/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 eaLnBrk="0">
                        <a:buNone/>
                      </a:pPr>
                      <a:r>
                        <a:rPr lang="ko-KR" altLang="en-US" sz="1400" dirty="0">
                          <a:solidFill>
                            <a:schemeClr val="tx2"/>
                          </a:solidFill>
                        </a:rPr>
                        <a:t>총 쏘기</a:t>
                      </a:r>
                      <a:endParaRPr lang="ko-KR" altLang="en-US" sz="1400" dirty="0"/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 eaLnBrk="0">
                        <a:buNone/>
                      </a:pPr>
                      <a:r>
                        <a:rPr lang="ko-KR" altLang="en-US" sz="1400" b="1" dirty="0">
                          <a:solidFill>
                            <a:schemeClr val="tx1"/>
                          </a:solidFill>
                        </a:rPr>
                        <a:t>A</a:t>
                      </a:r>
                      <a:endParaRPr lang="ko-KR" altLang="en-US" sz="1400" dirty="0"/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 eaLnBrk="0">
                        <a:buNone/>
                      </a:pPr>
                      <a:r>
                        <a:rPr lang="ko-KR" altLang="en-US" sz="1400" dirty="0">
                          <a:solidFill>
                            <a:schemeClr val="tx2"/>
                          </a:solidFill>
                        </a:rPr>
                        <a:t>무기 바꾸기</a:t>
                      </a:r>
                      <a:endParaRPr lang="ko-KR" altLang="en-US" sz="1400" dirty="0"/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 eaLnBrk="0">
                        <a:buNone/>
                      </a:pPr>
                      <a:r>
                        <a:rPr lang="ko-KR" altLang="en-US" sz="1400" b="1" dirty="0">
                          <a:solidFill>
                            <a:schemeClr val="tx1"/>
                          </a:solidFill>
                        </a:rPr>
                        <a:t>B</a:t>
                      </a:r>
                      <a:endParaRPr lang="ko-KR" altLang="en-US" sz="1400" dirty="0"/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 eaLnBrk="0">
                        <a:buNone/>
                      </a:pPr>
                      <a:r>
                        <a:rPr lang="ko-KR" altLang="en-US" sz="1400" dirty="0">
                          <a:solidFill>
                            <a:schemeClr val="tx2"/>
                          </a:solidFill>
                        </a:rPr>
                        <a:t>비틀거리기</a:t>
                      </a:r>
                      <a:endParaRPr lang="ko-KR" altLang="en-US" sz="1400" dirty="0"/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  <p:sp>
        <p:nvSpPr>
          <p:cNvPr id="10" name="card"/>
          <p:cNvSpPr/>
          <p:nvPr/>
        </p:nvSpPr>
        <p:spPr>
          <a:xfrm>
            <a:off x="548640" y="4663440"/>
            <a:ext cx="11094415" cy="1051560"/>
          </a:xfrm>
          <a:prstGeom prst="roundRect">
            <a:avLst>
              <a:gd name="adj" fmla="val 8696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1" name="Text 7"/>
          <p:cNvSpPr txBox="1"/>
          <p:nvPr/>
        </p:nvSpPr>
        <p:spPr>
          <a:xfrm>
            <a:off x="777240" y="4882896"/>
            <a:ext cx="1068293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 eaLnBrk="0">
              <a:buNone/>
            </a:pPr>
            <a:r>
              <a:rPr lang="ko-KR" altLang="en-US" sz="1700" b="1" dirty="0">
                <a:solidFill>
                  <a:schemeClr val="tx1"/>
                </a:solidFill>
              </a:rPr>
              <a:t>충분한 때</a:t>
            </a:r>
            <a:endParaRPr lang="ko-KR" altLang="en-US" sz="1700" dirty="0"/>
          </a:p>
        </p:txBody>
      </p:sp>
      <p:sp>
        <p:nvSpPr>
          <p:cNvPr id="12" name="Text 8"/>
          <p:cNvSpPr txBox="1"/>
          <p:nvPr/>
        </p:nvSpPr>
        <p:spPr>
          <a:xfrm>
            <a:off x="2743200" y="4892040"/>
            <a:ext cx="862553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 eaLnBrk="0">
              <a:buNone/>
            </a:pPr>
            <a:r>
              <a:rPr lang="ko-KR" altLang="en-US" sz="1500" dirty="0">
                <a:solidFill>
                  <a:schemeClr val="tx2"/>
                </a:solidFill>
              </a:rPr>
              <a:t>버튼 배치가 고정이라면 위에서 아래로 한 번 읽으면 끝나는 가장 쉬운 코드다.</a:t>
            </a:r>
            <a:endParaRPr lang="ko-KR" alt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11535" y="6400800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 eaLnBrk="0">
              <a:defRPr sz="1000">
                <a:solidFill>
                  <a:schemeClr val="accent3"/>
                </a:solidFill>
              </a:defRPr>
            </a:lvl1pPr>
          </a:lstStyle>
          <a:p>
            <a:pPr algn="r" eaLnBrk="0"/>
            <a:fld id="{F7021451-1387-4CA6-816F-3879F97B5CBC}" type="slidenum">
              <a:rPr b="0" lang="ko-KR" altLang="en-US"/>
              <a:t>5</a:t>
            </a:fld>
            <a:endParaRPr lang="ko-KR" alt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cker"/>
          <p:cNvSpPr txBox="1"/>
          <p:nvPr/>
        </p:nvSpPr>
        <p:spPr>
          <a:xfrm>
            <a:off x="548640" y="329184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 eaLnBrk="0">
              <a:buNone/>
            </a:pPr>
            <a:r>
              <a:rPr lang="ko-KR" altLang="en-US" sz="1300" b="1" dirty="0">
                <a:solidFill>
                  <a:schemeClr val="accent1"/>
                </a:solidFill>
              </a:rPr>
              <a:t>한계</a:t>
            </a:r>
            <a:endParaRPr lang="ko-KR" altLang="en-US" sz="1300" dirty="0"/>
          </a:p>
        </p:txBody>
      </p:sp>
      <p:sp>
        <p:nvSpPr>
          <p:cNvPr id="3" name="Text 0"/>
          <p:cNvSpPr/>
          <p:nvPr>
            <p:ph idx="100" type="title" hasCustomPrompt="1"/>
          </p:nvPr>
        </p:nvSpPr>
        <p:spPr>
          <a:xfrm>
            <a:off x="548640" y="658368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 eaLnBrk="0">
              <a:buNone/>
            </a:pPr>
            <a:r>
              <a:rPr lang="ko-KR" altLang="en-US" sz="2600" b="1" dirty="0">
                <a:solidFill>
                  <a:schemeClr val="tx1"/>
                </a:solidFill>
              </a:rPr>
              <a:t>호출이 코드에 고정되어 있어 버튼을 바꿔 묶을 수 없다</a:t>
            </a:r>
            <a:endParaRPr lang="ko-KR" altLang="en-US" sz="2600" dirty="0"/>
          </a:p>
        </p:txBody>
      </p:sp>
      <p:sp>
        <p:nvSpPr>
          <p:cNvPr id="4" name="bridge"/>
          <p:cNvSpPr txBox="1"/>
          <p:nvPr/>
        </p:nvSpPr>
        <p:spPr>
          <a:xfrm>
            <a:off x="548640" y="5870448"/>
            <a:ext cx="1109441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 eaLnBrk="0">
              <a:buNone/>
            </a:pPr>
            <a:r>
              <a:rPr lang="ko-KR" altLang="en-US" sz="1500" b="1" dirty="0">
                <a:solidFill>
                  <a:schemeClr val="accent1"/>
                </a:solidFill>
              </a:rPr>
              <a:t>다음 질문  </a:t>
            </a:r>
            <a:pPr indent="0" marL="0" eaLnBrk="0">
              <a:buNone/>
            </a:pPr>
            <a:r>
              <a:rPr lang="ko-KR" altLang="en-US" sz="1500" dirty="0">
                <a:solidFill>
                  <a:schemeClr val="tx2"/>
                </a:solidFill>
              </a:rPr>
              <a:t>호출을 바꿔 끼우려면, 호출을 값처럼 다룰 수 있어야 한다.</a:t>
            </a:r>
            <a:endParaRPr lang="ko-KR" altLang="en-US" sz="1500" dirty="0"/>
          </a:p>
        </p:txBody>
      </p:sp>
      <p:sp>
        <p:nvSpPr>
          <p:cNvPr id="6" name="Shape 3"/>
          <p:cNvSpPr/>
          <p:nvPr/>
        </p:nvSpPr>
        <p:spPr>
          <a:xfrm>
            <a:off x="548640" y="1737360"/>
            <a:ext cx="5120640" cy="3566160"/>
          </a:xfrm>
          <a:prstGeom prst="roundRect">
            <a:avLst>
              <a:gd name="adj" fmla="val 2564"/>
            </a:avLst>
          </a:prstGeom>
          <a:solidFill>
            <a:schemeClr val="tx1"/>
          </a:solidFill>
          <a:ln w="12700">
            <a:solidFill>
              <a:schemeClr val="tx1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822960" y="1874520"/>
            <a:ext cx="4572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 eaLnBrk="0">
              <a:buNone/>
            </a:pPr>
            <a:r>
              <a:rPr lang="ko-KR" altLang="en-US" sz="1700" b="1" dirty="0">
                <a:solidFill>
                  <a:schemeClr val="bg1"/>
                </a:solidFill>
              </a:rPr>
              <a:t>설정 화면 · 버튼 배치</a:t>
            </a:r>
            <a:endParaRPr lang="ko-KR" altLang="en-US" sz="1700" dirty="0"/>
          </a:p>
        </p:txBody>
      </p:sp>
      <p:sp>
        <p:nvSpPr>
          <p:cNvPr id="8" name="Shape 5"/>
          <p:cNvSpPr/>
          <p:nvPr/>
        </p:nvSpPr>
        <p:spPr>
          <a:xfrm>
            <a:off x="868680" y="2468880"/>
            <a:ext cx="502920" cy="50292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868680" y="24688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 eaLnBrk="0">
              <a:buNone/>
            </a:pPr>
            <a:r>
              <a:rPr lang="ko-KR" altLang="en-US" sz="1600" b="1" dirty="0">
                <a:solidFill>
                  <a:schemeClr val="bg1"/>
                </a:solidFill>
              </a:rPr>
              <a:t>X</a:t>
            </a:r>
            <a:endParaRPr lang="ko-KR" altLang="en-US" sz="1600" dirty="0"/>
          </a:p>
        </p:txBody>
      </p:sp>
      <p:sp>
        <p:nvSpPr>
          <p:cNvPr id="10" name="Text 7"/>
          <p:cNvSpPr txBox="1"/>
          <p:nvPr/>
        </p:nvSpPr>
        <p:spPr>
          <a:xfrm>
            <a:off x="1600200" y="2468880"/>
            <a:ext cx="1645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 eaLnBrk="0">
              <a:buNone/>
            </a:pPr>
            <a:r>
              <a:rPr lang="ko-KR" altLang="en-US" sz="1500" dirty="0">
                <a:solidFill>
                  <a:schemeClr val="accent3"/>
                </a:solidFill>
              </a:rPr>
              <a:t>점프</a:t>
            </a:r>
            <a:endParaRPr lang="ko-KR" altLang="en-US" sz="1500" dirty="0"/>
          </a:p>
        </p:txBody>
      </p:sp>
      <p:sp>
        <p:nvSpPr>
          <p:cNvPr id="11" name="Shape 8"/>
          <p:cNvSpPr/>
          <p:nvPr/>
        </p:nvSpPr>
        <p:spPr>
          <a:xfrm>
            <a:off x="3200400" y="2724912"/>
            <a:ext cx="548640" cy="914"/>
          </a:xfrm>
          <a:prstGeom prst="line">
            <a:avLst/>
          </a:prstGeom>
          <a:noFill/>
          <a:ln w="22225">
            <a:solidFill>
              <a:schemeClr val="accent4"/>
            </a:solidFill>
            <a:prstDash val="solid"/>
            <a:tailEnd type="triangle"/>
          </a:ln>
        </p:spPr>
      </p:sp>
      <p:sp>
        <p:nvSpPr>
          <p:cNvPr id="12" name="Text 9"/>
          <p:cNvSpPr txBox="1"/>
          <p:nvPr/>
        </p:nvSpPr>
        <p:spPr>
          <a:xfrm>
            <a:off x="3840480" y="2468880"/>
            <a:ext cx="1645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 eaLnBrk="0">
              <a:buNone/>
            </a:pPr>
            <a:r>
              <a:rPr lang="ko-KR" altLang="en-US" sz="1500" b="1" dirty="0">
                <a:solidFill>
                  <a:schemeClr val="accent4"/>
                </a:solidFill>
              </a:rPr>
              <a:t>총 쏘기</a:t>
            </a:r>
            <a:endParaRPr lang="ko-KR" altLang="en-US" sz="1500" dirty="0"/>
          </a:p>
        </p:txBody>
      </p:sp>
      <p:sp>
        <p:nvSpPr>
          <p:cNvPr id="13" name="Shape 10"/>
          <p:cNvSpPr/>
          <p:nvPr/>
        </p:nvSpPr>
        <p:spPr>
          <a:xfrm>
            <a:off x="868680" y="3154680"/>
            <a:ext cx="502920" cy="50292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868680" y="31546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 eaLnBrk="0">
              <a:buNone/>
            </a:pPr>
            <a:r>
              <a:rPr lang="ko-KR" altLang="en-US" sz="1600" b="1" dirty="0">
                <a:solidFill>
                  <a:schemeClr val="bg1"/>
                </a:solidFill>
              </a:rPr>
              <a:t>Y</a:t>
            </a:r>
            <a:endParaRPr lang="ko-KR" altLang="en-US" sz="1600" dirty="0"/>
          </a:p>
        </p:txBody>
      </p:sp>
      <p:sp>
        <p:nvSpPr>
          <p:cNvPr id="15" name="Text 12"/>
          <p:cNvSpPr txBox="1"/>
          <p:nvPr/>
        </p:nvSpPr>
        <p:spPr>
          <a:xfrm>
            <a:off x="1600200" y="3154680"/>
            <a:ext cx="1645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 eaLnBrk="0">
              <a:buNone/>
            </a:pPr>
            <a:r>
              <a:rPr lang="ko-KR" altLang="en-US" sz="1500" dirty="0">
                <a:solidFill>
                  <a:schemeClr val="accent3"/>
                </a:solidFill>
              </a:rPr>
              <a:t>총 쏘기</a:t>
            </a:r>
            <a:endParaRPr lang="ko-KR" altLang="en-US" sz="1500" dirty="0"/>
          </a:p>
        </p:txBody>
      </p:sp>
      <p:sp>
        <p:nvSpPr>
          <p:cNvPr id="16" name="Shape 13"/>
          <p:cNvSpPr/>
          <p:nvPr/>
        </p:nvSpPr>
        <p:spPr>
          <a:xfrm>
            <a:off x="3200400" y="3410712"/>
            <a:ext cx="548640" cy="914"/>
          </a:xfrm>
          <a:prstGeom prst="line">
            <a:avLst/>
          </a:prstGeom>
          <a:noFill/>
          <a:ln w="22225">
            <a:solidFill>
              <a:schemeClr val="accent4"/>
            </a:solidFill>
            <a:prstDash val="solid"/>
            <a:tailEnd type="triangle"/>
          </a:ln>
        </p:spPr>
      </p:sp>
      <p:sp>
        <p:nvSpPr>
          <p:cNvPr id="17" name="Text 14"/>
          <p:cNvSpPr txBox="1"/>
          <p:nvPr/>
        </p:nvSpPr>
        <p:spPr>
          <a:xfrm>
            <a:off x="3840480" y="3154680"/>
            <a:ext cx="1645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 eaLnBrk="0">
              <a:buNone/>
            </a:pPr>
            <a:r>
              <a:rPr lang="ko-KR" altLang="en-US" sz="1500" b="1" dirty="0">
                <a:solidFill>
                  <a:schemeClr val="accent4"/>
                </a:solidFill>
              </a:rPr>
              <a:t>점프</a:t>
            </a:r>
            <a:endParaRPr lang="ko-KR" altLang="en-US" sz="1500" dirty="0"/>
          </a:p>
        </p:txBody>
      </p:sp>
      <p:sp>
        <p:nvSpPr>
          <p:cNvPr id="18" name="Shape 15"/>
          <p:cNvSpPr/>
          <p:nvPr/>
        </p:nvSpPr>
        <p:spPr>
          <a:xfrm>
            <a:off x="868680" y="3840480"/>
            <a:ext cx="502920" cy="50292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9" name="Text 16"/>
          <p:cNvSpPr txBox="1"/>
          <p:nvPr/>
        </p:nvSpPr>
        <p:spPr>
          <a:xfrm>
            <a:off x="868680" y="38404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 eaLnBrk="0">
              <a:buNone/>
            </a:pPr>
            <a:r>
              <a:rPr lang="ko-KR" altLang="en-US" sz="1600" b="1" dirty="0">
                <a:solidFill>
                  <a:schemeClr val="bg1"/>
                </a:solidFill>
              </a:rPr>
              <a:t>A</a:t>
            </a:r>
            <a:endParaRPr lang="ko-KR" altLang="en-US" sz="1600" dirty="0"/>
          </a:p>
        </p:txBody>
      </p:sp>
      <p:sp>
        <p:nvSpPr>
          <p:cNvPr id="20" name="Text 17"/>
          <p:cNvSpPr txBox="1"/>
          <p:nvPr/>
        </p:nvSpPr>
        <p:spPr>
          <a:xfrm>
            <a:off x="1600200" y="3840480"/>
            <a:ext cx="1645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 eaLnBrk="0">
              <a:buNone/>
            </a:pPr>
            <a:r>
              <a:rPr lang="ko-KR" altLang="en-US" sz="1500" dirty="0">
                <a:solidFill>
                  <a:schemeClr val="accent3"/>
                </a:solidFill>
              </a:rPr>
              <a:t>무기 바꾸기</a:t>
            </a:r>
            <a:endParaRPr lang="ko-KR" altLang="en-US" sz="1500" dirty="0"/>
          </a:p>
        </p:txBody>
      </p:sp>
      <p:sp>
        <p:nvSpPr>
          <p:cNvPr id="21" name="Text 18"/>
          <p:cNvSpPr txBox="1"/>
          <p:nvPr/>
        </p:nvSpPr>
        <p:spPr>
          <a:xfrm>
            <a:off x="3840480" y="3840480"/>
            <a:ext cx="1645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 eaLnBrk="0">
              <a:buNone/>
            </a:pPr>
            <a:endParaRPr lang="ko-KR" altLang="en-US" sz="1500" dirty="0"/>
          </a:p>
        </p:txBody>
      </p:sp>
      <p:sp>
        <p:nvSpPr>
          <p:cNvPr id="22" name="Shape 19"/>
          <p:cNvSpPr/>
          <p:nvPr/>
        </p:nvSpPr>
        <p:spPr>
          <a:xfrm>
            <a:off x="868680" y="4526280"/>
            <a:ext cx="502920" cy="50292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23" name="Text 20"/>
          <p:cNvSpPr txBox="1"/>
          <p:nvPr/>
        </p:nvSpPr>
        <p:spPr>
          <a:xfrm>
            <a:off x="868680" y="45262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 eaLnBrk="0">
              <a:buNone/>
            </a:pPr>
            <a:r>
              <a:rPr lang="ko-KR" altLang="en-US" sz="1600" b="1" dirty="0">
                <a:solidFill>
                  <a:schemeClr val="bg1"/>
                </a:solidFill>
              </a:rPr>
              <a:t>B</a:t>
            </a:r>
            <a:endParaRPr lang="ko-KR" altLang="en-US" sz="1600" dirty="0"/>
          </a:p>
        </p:txBody>
      </p:sp>
      <p:sp>
        <p:nvSpPr>
          <p:cNvPr id="24" name="Text 21"/>
          <p:cNvSpPr txBox="1"/>
          <p:nvPr/>
        </p:nvSpPr>
        <p:spPr>
          <a:xfrm>
            <a:off x="1600200" y="4526280"/>
            <a:ext cx="1645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 eaLnBrk="0">
              <a:buNone/>
            </a:pPr>
            <a:r>
              <a:rPr lang="ko-KR" altLang="en-US" sz="1500" dirty="0">
                <a:solidFill>
                  <a:schemeClr val="accent3"/>
                </a:solidFill>
              </a:rPr>
              <a:t>비틀거리기</a:t>
            </a:r>
            <a:endParaRPr lang="ko-KR" altLang="en-US" sz="1500" dirty="0"/>
          </a:p>
        </p:txBody>
      </p:sp>
      <p:sp>
        <p:nvSpPr>
          <p:cNvPr id="25" name="Text 22"/>
          <p:cNvSpPr txBox="1"/>
          <p:nvPr/>
        </p:nvSpPr>
        <p:spPr>
          <a:xfrm>
            <a:off x="3840480" y="4526280"/>
            <a:ext cx="1645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 eaLnBrk="0">
              <a:buNone/>
            </a:pPr>
            <a:endParaRPr lang="ko-KR" altLang="en-US" sz="1500" dirty="0"/>
          </a:p>
        </p:txBody>
      </p:sp>
      <p:sp>
        <p:nvSpPr>
          <p:cNvPr id="26" name="card"/>
          <p:cNvSpPr/>
          <p:nvPr/>
        </p:nvSpPr>
        <p:spPr>
          <a:xfrm>
            <a:off x="6035040" y="1737360"/>
            <a:ext cx="5608015" cy="1645920"/>
          </a:xfrm>
          <a:prstGeom prst="roundRect">
            <a:avLst>
              <a:gd name="adj" fmla="val 5556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7" name="Shape 24"/>
          <p:cNvSpPr/>
          <p:nvPr/>
        </p:nvSpPr>
        <p:spPr>
          <a:xfrm>
            <a:off x="6263640" y="1938528"/>
            <a:ext cx="420624" cy="420624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28" name="Text 25"/>
          <p:cNvSpPr txBox="1"/>
          <p:nvPr/>
        </p:nvSpPr>
        <p:spPr>
          <a:xfrm>
            <a:off x="6263640" y="1938528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 eaLnBrk="0">
              <a:buNone/>
            </a:pPr>
            <a:r>
              <a:rPr lang="ko-KR" altLang="en-US" sz="1500" b="1" dirty="0">
                <a:solidFill>
                  <a:schemeClr val="bg1"/>
                </a:solidFill>
              </a:rPr>
              <a:t>1</a:t>
            </a:r>
            <a:endParaRPr lang="ko-KR" altLang="en-US" sz="1500" dirty="0"/>
          </a:p>
        </p:txBody>
      </p:sp>
      <p:sp>
        <p:nvSpPr>
          <p:cNvPr id="29" name="Text 26"/>
          <p:cNvSpPr txBox="1"/>
          <p:nvPr/>
        </p:nvSpPr>
        <p:spPr>
          <a:xfrm>
            <a:off x="6812280" y="1956816"/>
            <a:ext cx="464789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 eaLnBrk="0">
              <a:buNone/>
            </a:pPr>
            <a:r>
              <a:rPr lang="ko-KR" altLang="en-US" sz="1700" b="1" dirty="0">
                <a:solidFill>
                  <a:schemeClr val="tx1"/>
                </a:solidFill>
              </a:rPr>
              <a:t>많은 게임의 요구</a:t>
            </a:r>
            <a:endParaRPr lang="ko-KR" altLang="en-US" sz="1700" dirty="0"/>
          </a:p>
        </p:txBody>
      </p:sp>
      <p:sp>
        <p:nvSpPr>
          <p:cNvPr id="30" name="Text 27"/>
          <p:cNvSpPr txBox="1"/>
          <p:nvPr/>
        </p:nvSpPr>
        <p:spPr>
          <a:xfrm>
            <a:off x="6812280" y="2331720"/>
            <a:ext cx="464789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 eaLnBrk="0">
              <a:buNone/>
            </a:pPr>
            <a:r>
              <a:rPr lang="ko-KR" altLang="en-US" sz="1400" dirty="0">
                <a:solidFill>
                  <a:schemeClr val="tx2"/>
                </a:solidFill>
              </a:rPr>
              <a:t>플레이어가 설정 화면에서 X와 Y의 행동을 서로 바꾸고 싶어 한다.</a:t>
            </a:r>
            <a:endParaRPr lang="ko-KR" altLang="en-US" sz="1400" dirty="0"/>
          </a:p>
        </p:txBody>
      </p:sp>
      <p:sp>
        <p:nvSpPr>
          <p:cNvPr id="31" name="card"/>
          <p:cNvSpPr/>
          <p:nvPr/>
        </p:nvSpPr>
        <p:spPr>
          <a:xfrm>
            <a:off x="6035040" y="3611880"/>
            <a:ext cx="5608015" cy="1691640"/>
          </a:xfrm>
          <a:prstGeom prst="roundRect">
            <a:avLst>
              <a:gd name="adj" fmla="val 5405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32" name="Shape 29"/>
          <p:cNvSpPr/>
          <p:nvPr/>
        </p:nvSpPr>
        <p:spPr>
          <a:xfrm>
            <a:off x="6263640" y="3813048"/>
            <a:ext cx="420624" cy="420624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33" name="Text 30"/>
          <p:cNvSpPr txBox="1"/>
          <p:nvPr/>
        </p:nvSpPr>
        <p:spPr>
          <a:xfrm>
            <a:off x="6263640" y="3813048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 eaLnBrk="0">
              <a:buNone/>
            </a:pPr>
            <a:r>
              <a:rPr lang="ko-KR" altLang="en-US" sz="1500" b="1" dirty="0">
                <a:solidFill>
                  <a:schemeClr val="bg1"/>
                </a:solidFill>
              </a:rPr>
              <a:t>2</a:t>
            </a:r>
            <a:endParaRPr lang="ko-KR" altLang="en-US" sz="1500" dirty="0"/>
          </a:p>
        </p:txBody>
      </p:sp>
      <p:sp>
        <p:nvSpPr>
          <p:cNvPr id="34" name="Text 31"/>
          <p:cNvSpPr txBox="1"/>
          <p:nvPr/>
        </p:nvSpPr>
        <p:spPr>
          <a:xfrm>
            <a:off x="6812280" y="3831336"/>
            <a:ext cx="464789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 eaLnBrk="0">
              <a:buNone/>
            </a:pPr>
            <a:r>
              <a:rPr lang="ko-KR" altLang="en-US" sz="1700" b="1" dirty="0">
                <a:solidFill>
                  <a:schemeClr val="tx1"/>
                </a:solidFill>
              </a:rPr>
              <a:t>지금 코드의 문제</a:t>
            </a:r>
            <a:endParaRPr lang="ko-KR" altLang="en-US" sz="1700" dirty="0"/>
          </a:p>
        </p:txBody>
      </p:sp>
      <p:sp>
        <p:nvSpPr>
          <p:cNvPr id="35" name="Text 32"/>
          <p:cNvSpPr txBox="1"/>
          <p:nvPr/>
        </p:nvSpPr>
        <p:spPr>
          <a:xfrm>
            <a:off x="6812280" y="4206240"/>
            <a:ext cx="464789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 eaLnBrk="0">
              <a:buNone/>
            </a:pPr>
            <a:r>
              <a:rPr lang="ko-KR" altLang="en-US" sz="1400" dirty="0">
                <a:solidFill>
                  <a:schemeClr val="tx2"/>
                </a:solidFill>
              </a:rPr>
              <a:t>X 버튼이 Jump() 호출에 고정되어 있다. 함수 호출은 변수에 담아 바꿔 끼울 수 없다.</a:t>
            </a:r>
            <a:endParaRPr lang="ko-KR" alt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11535" y="6400800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 eaLnBrk="0">
              <a:defRPr sz="1000">
                <a:solidFill>
                  <a:schemeClr val="accent3"/>
                </a:solidFill>
              </a:defRPr>
            </a:lvl1pPr>
          </a:lstStyle>
          <a:p>
            <a:pPr algn="r" eaLnBrk="0"/>
            <a:fld id="{F7021451-1387-4CA6-816F-3879F97B5CBC}" type="slidenum">
              <a:rPr b="0" lang="ko-KR" altLang="en-US"/>
              <a:t>6</a:t>
            </a:fld>
            <a:endParaRPr lang="ko-KR" alt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cker"/>
          <p:cNvSpPr txBox="1"/>
          <p:nvPr/>
        </p:nvSpPr>
        <p:spPr>
          <a:xfrm>
            <a:off x="548640" y="329184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 eaLnBrk="0">
              <a:buNone/>
            </a:pPr>
            <a:r>
              <a:rPr lang="ko-KR" altLang="en-US" sz="1300" b="1" dirty="0">
                <a:solidFill>
                  <a:schemeClr val="accent1"/>
                </a:solidFill>
              </a:rPr>
              <a:t>명령 객체</a:t>
            </a:r>
            <a:endParaRPr lang="ko-KR" altLang="en-US" sz="1300" dirty="0"/>
          </a:p>
        </p:txBody>
      </p:sp>
      <p:sp>
        <p:nvSpPr>
          <p:cNvPr id="3" name="Text 0"/>
          <p:cNvSpPr/>
          <p:nvPr>
            <p:ph idx="100" type="title" hasCustomPrompt="1"/>
          </p:nvPr>
        </p:nvSpPr>
        <p:spPr>
          <a:xfrm>
            <a:off x="548640" y="658368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 eaLnBrk="0">
              <a:buNone/>
            </a:pPr>
            <a:r>
              <a:rPr lang="ko-KR" altLang="en-US" sz="2600" b="1" dirty="0">
                <a:solidFill>
                  <a:schemeClr val="tx1"/>
                </a:solidFill>
              </a:rPr>
              <a:t>행동마다 Execute()를 가진 명령 클래스를 만든다</a:t>
            </a:r>
            <a:endParaRPr lang="ko-KR" altLang="en-US" sz="2600" dirty="0"/>
          </a:p>
        </p:txBody>
      </p:sp>
      <p:sp>
        <p:nvSpPr>
          <p:cNvPr id="4" name="bridge"/>
          <p:cNvSpPr txBox="1"/>
          <p:nvPr/>
        </p:nvSpPr>
        <p:spPr>
          <a:xfrm>
            <a:off x="548640" y="5870448"/>
            <a:ext cx="1109441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 eaLnBrk="0">
              <a:buNone/>
            </a:pPr>
            <a:r>
              <a:rPr lang="ko-KR" altLang="en-US" sz="1500" b="1" dirty="0">
                <a:solidFill>
                  <a:schemeClr val="accent1"/>
                </a:solidFill>
              </a:rPr>
              <a:t>다음 질문  </a:t>
            </a:r>
            <a:pPr indent="0" marL="0" eaLnBrk="0">
              <a:buNone/>
            </a:pPr>
            <a:r>
              <a:rPr lang="ko-KR" altLang="en-US" sz="1500" dirty="0">
                <a:solidFill>
                  <a:schemeClr val="tx2"/>
                </a:solidFill>
              </a:rPr>
              <a:t>이 명령 객체들을 버튼에 어떻게 연결할까?</a:t>
            </a:r>
            <a:endParaRPr lang="ko-KR" altLang="en-US" sz="1500" dirty="0"/>
          </a:p>
        </p:txBody>
      </p:sp>
      <p:sp>
        <p:nvSpPr>
          <p:cNvPr id="6" name="codePanel"/>
          <p:cNvSpPr/>
          <p:nvPr/>
        </p:nvSpPr>
        <p:spPr>
          <a:xfrm>
            <a:off x="548640" y="1691640"/>
            <a:ext cx="6400800" cy="3931920"/>
          </a:xfrm>
          <a:prstGeom prst="roundRect">
            <a:avLst>
              <a:gd name="adj" fmla="val 1860"/>
            </a:avLst>
          </a:prstGeom>
          <a:solidFill>
            <a:schemeClr val="tx1"/>
          </a:solidFill>
          <a:ln w="12700">
            <a:solidFill>
              <a:schemeClr val="tx1"/>
            </a:solidFill>
            <a:prstDash val="solid"/>
          </a:ln>
        </p:spPr>
      </p:sp>
      <p:sp>
        <p:nvSpPr>
          <p:cNvPr id="7" name="code"/>
          <p:cNvSpPr txBox="1"/>
          <p:nvPr/>
        </p:nvSpPr>
        <p:spPr>
          <a:xfrm>
            <a:off x="658368" y="1783080"/>
            <a:ext cx="6181344" cy="37490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indent="0" marL="0" eaLnBrk="0">
              <a:buNone/>
            </a:pPr>
            <a:r>
              <a:rPr lang="ko-KR" altLang="en-US" sz="1500" dirty="0">
                <a:solidFill>
                  <a:schemeClr val="bg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public interface ICommand</a:t>
            </a:r>
            <a:endParaRPr lang="ko-KR" altLang="en-US" sz="1500" dirty="0"/>
          </a:p>
          <a:p>
            <a:pPr indent="0" marL="0" eaLnBrk="0">
              <a:buNone/>
            </a:pPr>
            <a:r>
              <a:rPr lang="ko-KR" altLang="en-US" sz="1500" dirty="0">
                <a:solidFill>
                  <a:schemeClr val="bg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</a:t>
            </a:r>
            <a:endParaRPr lang="ko-KR" altLang="en-US" sz="1500" dirty="0"/>
          </a:p>
          <a:p>
            <a:pPr indent="0" marL="0" eaLnBrk="0">
              <a:buNone/>
            </a:pPr>
            <a:r>
              <a:rPr lang="ko-KR" altLang="en-US" sz="1500" b="1" dirty="0">
                <a:solidFill>
                  <a:schemeClr val="accent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void Execute();</a:t>
            </a:r>
            <a:endParaRPr lang="ko-KR" altLang="en-US" sz="1500" dirty="0"/>
          </a:p>
          <a:p>
            <a:pPr indent="0" marL="0" eaLnBrk="0">
              <a:buNone/>
            </a:pPr>
            <a:r>
              <a:rPr lang="ko-KR" altLang="en-US" sz="1500" dirty="0">
                <a:solidFill>
                  <a:schemeClr val="bg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ko-KR" altLang="en-US" sz="1500" dirty="0"/>
          </a:p>
          <a:p>
            <a:pPr indent="0" marL="0" eaLnBrk="0">
              <a:buNone/>
            </a:pPr>
            <a:r>
              <a:rPr lang="ko-KR" altLang="en-US" sz="1500" dirty="0">
                <a:solidFill>
                  <a:schemeClr val="bg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ko-KR" altLang="en-US" sz="1500" dirty="0"/>
          </a:p>
          <a:p>
            <a:pPr indent="0" marL="0" eaLnBrk="0">
              <a:buNone/>
            </a:pPr>
            <a:r>
              <a:rPr lang="ko-KR" altLang="en-US" sz="1500" dirty="0">
                <a:solidFill>
                  <a:schemeClr val="bg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public class JumpCommand : ICommand</a:t>
            </a:r>
            <a:endParaRPr lang="ko-KR" altLang="en-US" sz="1500" dirty="0"/>
          </a:p>
          <a:p>
            <a:pPr indent="0" marL="0" eaLnBrk="0">
              <a:buNone/>
            </a:pPr>
            <a:r>
              <a:rPr lang="ko-KR" altLang="en-US" sz="1500" dirty="0">
                <a:solidFill>
                  <a:schemeClr val="bg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</a:t>
            </a:r>
            <a:endParaRPr lang="ko-KR" altLang="en-US" sz="1500" dirty="0"/>
          </a:p>
          <a:p>
            <a:pPr indent="0" marL="0" eaLnBrk="0">
              <a:buNone/>
            </a:pPr>
            <a:r>
              <a:rPr lang="ko-KR" altLang="en-US" sz="1500" dirty="0">
                <a:solidFill>
                  <a:schemeClr val="bg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public void Execute() { Jump(); }</a:t>
            </a:r>
            <a:endParaRPr lang="ko-KR" altLang="en-US" sz="1500" dirty="0"/>
          </a:p>
          <a:p>
            <a:pPr indent="0" marL="0" eaLnBrk="0">
              <a:buNone/>
            </a:pPr>
            <a:r>
              <a:rPr lang="ko-KR" altLang="en-US" sz="1500" dirty="0">
                <a:solidFill>
                  <a:schemeClr val="bg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ko-KR" altLang="en-US" sz="1500" dirty="0"/>
          </a:p>
          <a:p>
            <a:pPr indent="0" marL="0" eaLnBrk="0">
              <a:buNone/>
            </a:pPr>
            <a:r>
              <a:rPr lang="ko-KR" altLang="en-US" sz="1500" dirty="0">
                <a:solidFill>
                  <a:schemeClr val="bg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ko-KR" altLang="en-US" sz="1500" dirty="0"/>
          </a:p>
          <a:p>
            <a:pPr indent="0" marL="0" eaLnBrk="0">
              <a:buNone/>
            </a:pPr>
            <a:r>
              <a:rPr lang="ko-KR" altLang="en-US" sz="1500" dirty="0">
                <a:solidFill>
                  <a:schemeClr val="bg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public class FireCommand : ICommand</a:t>
            </a:r>
            <a:endParaRPr lang="ko-KR" altLang="en-US" sz="1500" dirty="0"/>
          </a:p>
          <a:p>
            <a:pPr indent="0" marL="0" eaLnBrk="0">
              <a:buNone/>
            </a:pPr>
            <a:r>
              <a:rPr lang="ko-KR" altLang="en-US" sz="1500" dirty="0">
                <a:solidFill>
                  <a:schemeClr val="bg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</a:t>
            </a:r>
            <a:endParaRPr lang="ko-KR" altLang="en-US" sz="1500" dirty="0"/>
          </a:p>
          <a:p>
            <a:pPr indent="0" marL="0" eaLnBrk="0">
              <a:buNone/>
            </a:pPr>
            <a:r>
              <a:rPr lang="ko-KR" altLang="en-US" sz="1500" dirty="0">
                <a:solidFill>
                  <a:schemeClr val="bg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public void Execute() { FireGun(); }</a:t>
            </a:r>
            <a:endParaRPr lang="ko-KR" altLang="en-US" sz="1500" dirty="0"/>
          </a:p>
          <a:p>
            <a:pPr indent="0" marL="0" eaLnBrk="0">
              <a:buNone/>
            </a:pPr>
            <a:r>
              <a:rPr lang="ko-KR" altLang="en-US" sz="1500" dirty="0">
                <a:solidFill>
                  <a:schemeClr val="bg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ko-KR" altLang="en-US" sz="1500" dirty="0"/>
          </a:p>
        </p:txBody>
      </p:sp>
      <p:sp>
        <p:nvSpPr>
          <p:cNvPr id="8" name="codeCaption"/>
          <p:cNvSpPr txBox="1"/>
          <p:nvPr/>
        </p:nvSpPr>
        <p:spPr>
          <a:xfrm>
            <a:off x="3840480" y="1783080"/>
            <a:ext cx="2971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 eaLnBrk="0">
              <a:buNone/>
            </a:pPr>
            <a:r>
              <a:rPr lang="ko-KR" altLang="en-US" sz="1000" dirty="0">
                <a:solidFill>
                  <a:schemeClr val="accent3"/>
                </a:solidFill>
              </a:rPr>
              <a:t>원서 예제를 C#으로 옮긴 코드</a:t>
            </a:r>
            <a:endParaRPr lang="ko-KR" altLang="en-US" sz="1000" dirty="0"/>
          </a:p>
        </p:txBody>
      </p:sp>
      <p:sp>
        <p:nvSpPr>
          <p:cNvPr id="9" name="card"/>
          <p:cNvSpPr/>
          <p:nvPr/>
        </p:nvSpPr>
        <p:spPr>
          <a:xfrm>
            <a:off x="7315200" y="1691640"/>
            <a:ext cx="4327855" cy="1828800"/>
          </a:xfrm>
          <a:prstGeom prst="roundRect">
            <a:avLst>
              <a:gd name="adj" fmla="val 50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7543800" y="1911096"/>
            <a:ext cx="391637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 eaLnBrk="0">
              <a:buNone/>
            </a:pPr>
            <a:r>
              <a:rPr lang="ko-KR" altLang="en-US" sz="1700" b="1" dirty="0">
                <a:solidFill>
                  <a:schemeClr val="tx1"/>
                </a:solidFill>
              </a:rPr>
              <a:t>ICommand</a:t>
            </a:r>
            <a:endParaRPr lang="ko-KR" altLang="en-US" sz="1700" dirty="0"/>
          </a:p>
        </p:txBody>
      </p:sp>
      <p:sp>
        <p:nvSpPr>
          <p:cNvPr id="11" name="Text 8"/>
          <p:cNvSpPr txBox="1"/>
          <p:nvPr/>
        </p:nvSpPr>
        <p:spPr>
          <a:xfrm>
            <a:off x="7543800" y="2468880"/>
            <a:ext cx="387065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 eaLnBrk="0">
              <a:spcAft>
                <a:spcPts val="400"/>
              </a:spcAft>
              <a:buNone/>
            </a:pPr>
            <a:r>
              <a:rPr lang="ko-KR" altLang="en-US" sz="1400" dirty="0">
                <a:solidFill>
                  <a:schemeClr val="tx2"/>
                </a:solidFill>
              </a:rPr>
              <a:t>모든 명령이 지킬 약속. 실행할 수 있다는 것 하나만 정한다.</a:t>
            </a:r>
            <a:endParaRPr lang="ko-KR" altLang="en-US" sz="1400" dirty="0"/>
          </a:p>
        </p:txBody>
      </p:sp>
      <p:sp>
        <p:nvSpPr>
          <p:cNvPr id="12" name="card"/>
          <p:cNvSpPr/>
          <p:nvPr/>
        </p:nvSpPr>
        <p:spPr>
          <a:xfrm>
            <a:off x="7315200" y="3703320"/>
            <a:ext cx="4327855" cy="1920240"/>
          </a:xfrm>
          <a:prstGeom prst="roundRect">
            <a:avLst>
              <a:gd name="adj" fmla="val 4762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7543800" y="3922776"/>
            <a:ext cx="391637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 eaLnBrk="0">
              <a:buNone/>
            </a:pPr>
            <a:r>
              <a:rPr lang="ko-KR" altLang="en-US" sz="1700" b="1" dirty="0">
                <a:solidFill>
                  <a:schemeClr val="tx1"/>
                </a:solidFill>
              </a:rPr>
              <a:t>구체적인 명령</a:t>
            </a:r>
            <a:endParaRPr lang="ko-KR" altLang="en-US" sz="1700" dirty="0"/>
          </a:p>
        </p:txBody>
      </p:sp>
      <p:sp>
        <p:nvSpPr>
          <p:cNvPr id="14" name="Text 11"/>
          <p:cNvSpPr txBox="1"/>
          <p:nvPr/>
        </p:nvSpPr>
        <p:spPr>
          <a:xfrm>
            <a:off x="7543800" y="4480560"/>
            <a:ext cx="3870655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 eaLnBrk="0">
              <a:spcAft>
                <a:spcPts val="400"/>
              </a:spcAft>
              <a:buNone/>
            </a:pPr>
            <a:r>
              <a:rPr lang="ko-KR" altLang="en-US" sz="1400" dirty="0">
                <a:solidFill>
                  <a:schemeClr val="tx2"/>
                </a:solidFill>
              </a:rPr>
              <a:t>JumpCommand, FireCommand처럼 행동마다 하나씩 만든다. 무기 바꾸기와 비틀거리기도 같은 방식이다.</a:t>
            </a:r>
            <a:endParaRPr lang="ko-KR" alt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11535" y="6400800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 eaLnBrk="0">
              <a:defRPr sz="1000">
                <a:solidFill>
                  <a:schemeClr val="accent3"/>
                </a:solidFill>
              </a:defRPr>
            </a:lvl1pPr>
          </a:lstStyle>
          <a:p>
            <a:pPr algn="r" eaLnBrk="0"/>
            <a:fld id="{F7021451-1387-4CA6-816F-3879F97B5CBC}" type="slidenum">
              <a:rPr b="0" lang="ko-KR" altLang="en-US"/>
              <a:t>7</a:t>
            </a:fld>
            <a:endParaRPr lang="ko-KR" alt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cker"/>
          <p:cNvSpPr txBox="1"/>
          <p:nvPr/>
        </p:nvSpPr>
        <p:spPr>
          <a:xfrm>
            <a:off x="548640" y="329184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 eaLnBrk="0">
              <a:buNone/>
            </a:pPr>
            <a:r>
              <a:rPr lang="ko-KR" altLang="en-US" sz="1300" b="1" dirty="0">
                <a:solidFill>
                  <a:schemeClr val="accent1"/>
                </a:solidFill>
              </a:rPr>
              <a:t>버튼에 연결</a:t>
            </a:r>
            <a:endParaRPr lang="ko-KR" altLang="en-US" sz="1300" dirty="0"/>
          </a:p>
        </p:txBody>
      </p:sp>
      <p:sp>
        <p:nvSpPr>
          <p:cNvPr id="3" name="Text 0"/>
          <p:cNvSpPr/>
          <p:nvPr>
            <p:ph idx="100" type="title" hasCustomPrompt="1"/>
          </p:nvPr>
        </p:nvSpPr>
        <p:spPr>
          <a:xfrm>
            <a:off x="548640" y="658368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 eaLnBrk="0">
              <a:buNone/>
            </a:pPr>
            <a:r>
              <a:rPr lang="ko-KR" altLang="en-US" sz="2600" b="1" dirty="0">
                <a:solidFill>
                  <a:schemeClr val="tx1"/>
                </a:solidFill>
              </a:rPr>
              <a:t>입력 처리기는 버튼마다 명령 하나를 가진다</a:t>
            </a:r>
            <a:endParaRPr lang="ko-KR" altLang="en-US" sz="2600" dirty="0"/>
          </a:p>
        </p:txBody>
      </p:sp>
      <p:sp>
        <p:nvSpPr>
          <p:cNvPr id="4" name="bridge"/>
          <p:cNvSpPr txBox="1"/>
          <p:nvPr/>
        </p:nvSpPr>
        <p:spPr>
          <a:xfrm>
            <a:off x="548640" y="5870448"/>
            <a:ext cx="1109441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 eaLnBrk="0">
              <a:buNone/>
            </a:pPr>
            <a:r>
              <a:rPr lang="ko-KR" altLang="en-US" sz="1500" b="1" dirty="0">
                <a:solidFill>
                  <a:schemeClr val="accent1"/>
                </a:solidFill>
              </a:rPr>
              <a:t>다음 질문  </a:t>
            </a:r>
            <a:pPr indent="0" marL="0" eaLnBrk="0">
              <a:buNone/>
            </a:pPr>
            <a:r>
              <a:rPr lang="ko-KR" altLang="en-US" sz="1500" dirty="0">
                <a:solidFill>
                  <a:schemeClr val="tx2"/>
                </a:solidFill>
              </a:rPr>
              <a:t>아무 행동도 묶지 않은 버튼은 어떻게 처리할까?</a:t>
            </a:r>
            <a:endParaRPr lang="ko-KR" altLang="en-US" sz="1500" dirty="0"/>
          </a:p>
        </p:txBody>
      </p:sp>
      <p:sp>
        <p:nvSpPr>
          <p:cNvPr id="6" name="codePanel"/>
          <p:cNvSpPr/>
          <p:nvPr/>
        </p:nvSpPr>
        <p:spPr>
          <a:xfrm>
            <a:off x="548640" y="1691640"/>
            <a:ext cx="6766560" cy="3063240"/>
          </a:xfrm>
          <a:prstGeom prst="roundRect">
            <a:avLst>
              <a:gd name="adj" fmla="val 2388"/>
            </a:avLst>
          </a:prstGeom>
          <a:solidFill>
            <a:schemeClr val="tx1"/>
          </a:solidFill>
          <a:ln w="12700">
            <a:solidFill>
              <a:schemeClr val="tx1"/>
            </a:solidFill>
            <a:prstDash val="solid"/>
          </a:ln>
        </p:spPr>
      </p:sp>
      <p:sp>
        <p:nvSpPr>
          <p:cNvPr id="7" name="code"/>
          <p:cNvSpPr txBox="1"/>
          <p:nvPr/>
        </p:nvSpPr>
        <p:spPr>
          <a:xfrm>
            <a:off x="658368" y="1783080"/>
            <a:ext cx="6547104" cy="28803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indent="0" marL="0" eaLnBrk="0">
              <a:buNone/>
            </a:pPr>
            <a:r>
              <a:rPr lang="ko-KR" altLang="en-US" sz="1400" dirty="0">
                <a:solidFill>
                  <a:schemeClr val="bg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public class InputHandler</a:t>
            </a:r>
            <a:endParaRPr lang="ko-KR" altLang="en-US" sz="1400" dirty="0"/>
          </a:p>
          <a:p>
            <a:pPr indent="0" marL="0" eaLnBrk="0">
              <a:buNone/>
            </a:pPr>
            <a:r>
              <a:rPr lang="ko-KR" altLang="en-US" sz="1400" dirty="0">
                <a:solidFill>
                  <a:schemeClr val="bg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</a:t>
            </a:r>
            <a:endParaRPr lang="ko-KR" altLang="en-US" sz="1400" dirty="0"/>
          </a:p>
          <a:p>
            <a:pPr indent="0" marL="0" eaLnBrk="0">
              <a:buNone/>
            </a:pPr>
            <a:r>
              <a:rPr lang="ko-KR" altLang="en-US" sz="1400" b="1" dirty="0">
                <a:solidFill>
                  <a:schemeClr val="accent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ICommand _buttonX, _buttonY, _buttonA, _buttonB;</a:t>
            </a:r>
            <a:endParaRPr lang="ko-KR" altLang="en-US" sz="1400" dirty="0"/>
          </a:p>
          <a:p>
            <a:pPr indent="0" marL="0" eaLnBrk="0">
              <a:buNone/>
            </a:pPr>
            <a:r>
              <a:rPr lang="ko-KR" altLang="en-US" sz="1400" dirty="0">
                <a:solidFill>
                  <a:schemeClr val="bg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ko-KR" altLang="en-US" sz="1400" dirty="0"/>
          </a:p>
          <a:p>
            <a:pPr indent="0" marL="0" eaLnBrk="0">
              <a:buNone/>
            </a:pPr>
            <a:r>
              <a:rPr lang="ko-KR" altLang="en-US" sz="1400" dirty="0">
                <a:solidFill>
                  <a:schemeClr val="bg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public void HandleInput()</a:t>
            </a:r>
            <a:endParaRPr lang="ko-KR" altLang="en-US" sz="1400" dirty="0"/>
          </a:p>
          <a:p>
            <a:pPr indent="0" marL="0" eaLnBrk="0">
              <a:buNone/>
            </a:pPr>
            <a:r>
              <a:rPr lang="ko-KR" altLang="en-US" sz="1400" dirty="0">
                <a:solidFill>
                  <a:schemeClr val="bg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{</a:t>
            </a:r>
            <a:endParaRPr lang="ko-KR" altLang="en-US" sz="1400" dirty="0"/>
          </a:p>
          <a:p>
            <a:pPr indent="0" marL="0" eaLnBrk="0">
              <a:buNone/>
            </a:pPr>
            <a:r>
              <a:rPr lang="ko-KR" altLang="en-US" sz="1400" b="1" dirty="0">
                <a:solidFill>
                  <a:schemeClr val="accent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if (IsPressed(Button.X)) _buttonX.Execute();</a:t>
            </a:r>
            <a:endParaRPr lang="ko-KR" altLang="en-US" sz="1400" dirty="0"/>
          </a:p>
          <a:p>
            <a:pPr indent="0" marL="0" eaLnBrk="0">
              <a:buNone/>
            </a:pPr>
            <a:r>
              <a:rPr lang="ko-KR" altLang="en-US" sz="1400" dirty="0">
                <a:solidFill>
                  <a:schemeClr val="bg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else if (IsPressed(Button.Y)) _buttonY.Execute();</a:t>
            </a:r>
            <a:endParaRPr lang="ko-KR" altLang="en-US" sz="1400" dirty="0"/>
          </a:p>
          <a:p>
            <a:pPr indent="0" marL="0" eaLnBrk="0">
              <a:buNone/>
            </a:pPr>
            <a:r>
              <a:rPr lang="ko-KR" altLang="en-US" sz="1400" dirty="0">
                <a:solidFill>
                  <a:schemeClr val="bg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else if (IsPressed(Button.A)) _buttonA.Execute();</a:t>
            </a:r>
            <a:endParaRPr lang="ko-KR" altLang="en-US" sz="1400" dirty="0"/>
          </a:p>
          <a:p>
            <a:pPr indent="0" marL="0" eaLnBrk="0">
              <a:buNone/>
            </a:pPr>
            <a:r>
              <a:rPr lang="ko-KR" altLang="en-US" sz="1400" dirty="0">
                <a:solidFill>
                  <a:schemeClr val="bg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else if (IsPressed(Button.B)) _buttonB.Execute();</a:t>
            </a:r>
            <a:endParaRPr lang="ko-KR" altLang="en-US" sz="1400" dirty="0"/>
          </a:p>
          <a:p>
            <a:pPr indent="0" marL="0" eaLnBrk="0">
              <a:buNone/>
            </a:pPr>
            <a:r>
              <a:rPr lang="ko-KR" altLang="en-US" sz="1400" dirty="0">
                <a:solidFill>
                  <a:schemeClr val="bg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}</a:t>
            </a:r>
            <a:endParaRPr lang="ko-KR" altLang="en-US" sz="1400" dirty="0"/>
          </a:p>
          <a:p>
            <a:pPr indent="0" marL="0" eaLnBrk="0">
              <a:buNone/>
            </a:pPr>
            <a:r>
              <a:rPr lang="ko-KR" altLang="en-US" sz="1400" dirty="0">
                <a:solidFill>
                  <a:schemeClr val="bg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ko-KR" altLang="en-US" sz="1400" dirty="0"/>
          </a:p>
        </p:txBody>
      </p:sp>
      <p:sp>
        <p:nvSpPr>
          <p:cNvPr id="8" name="codeCaption"/>
          <p:cNvSpPr txBox="1"/>
          <p:nvPr/>
        </p:nvSpPr>
        <p:spPr>
          <a:xfrm>
            <a:off x="4206240" y="1783080"/>
            <a:ext cx="2971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 eaLnBrk="0">
              <a:buNone/>
            </a:pPr>
            <a:r>
              <a:rPr lang="ko-KR" altLang="en-US" sz="1000" dirty="0">
                <a:solidFill>
                  <a:schemeClr val="accent3"/>
                </a:solidFill>
              </a:rPr>
              <a:t>원서 예제를 C#으로 옮긴 코드</a:t>
            </a:r>
            <a:endParaRPr lang="ko-KR" altLang="en-US" sz="1000" dirty="0"/>
          </a:p>
        </p:txBody>
      </p:sp>
      <p:sp>
        <p:nvSpPr>
          <p:cNvPr id="9" name="codePanel"/>
          <p:cNvSpPr/>
          <p:nvPr/>
        </p:nvSpPr>
        <p:spPr>
          <a:xfrm>
            <a:off x="548640" y="4937760"/>
            <a:ext cx="6766560" cy="731520"/>
          </a:xfrm>
          <a:prstGeom prst="roundRect">
            <a:avLst>
              <a:gd name="adj" fmla="val 10000"/>
            </a:avLst>
          </a:prstGeom>
          <a:solidFill>
            <a:schemeClr val="tx1"/>
          </a:solidFill>
          <a:ln w="12700">
            <a:solidFill>
              <a:schemeClr val="tx1"/>
            </a:solidFill>
            <a:prstDash val="solid"/>
          </a:ln>
        </p:spPr>
      </p:sp>
      <p:sp>
        <p:nvSpPr>
          <p:cNvPr id="10" name="code"/>
          <p:cNvSpPr txBox="1"/>
          <p:nvPr/>
        </p:nvSpPr>
        <p:spPr>
          <a:xfrm>
            <a:off x="658368" y="5029200"/>
            <a:ext cx="6547104" cy="5486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indent="0" marL="0" eaLnBrk="0">
              <a:buNone/>
            </a:pPr>
            <a:r>
              <a:rPr lang="ko-KR" altLang="en-US" sz="1400" dirty="0">
                <a:solidFill>
                  <a:schemeClr val="accent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설정 화면에서 X에 총 쏘기를 묶으면</a:t>
            </a:r>
            <a:endParaRPr lang="ko-KR" altLang="en-US" sz="1400" dirty="0"/>
          </a:p>
          <a:p>
            <a:pPr indent="0" marL="0" eaLnBrk="0">
              <a:buNone/>
            </a:pPr>
            <a:r>
              <a:rPr lang="ko-KR" altLang="en-US" sz="1400" dirty="0">
                <a:solidFill>
                  <a:schemeClr val="bg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_buttonX = new FireCommand();</a:t>
            </a:r>
            <a:endParaRPr lang="ko-KR" altLang="en-US" sz="1400" dirty="0"/>
          </a:p>
        </p:txBody>
      </p:sp>
      <p:sp>
        <p:nvSpPr>
          <p:cNvPr id="11" name="card"/>
          <p:cNvSpPr/>
          <p:nvPr/>
        </p:nvSpPr>
        <p:spPr>
          <a:xfrm>
            <a:off x="7680960" y="1691640"/>
            <a:ext cx="3962095" cy="1874520"/>
          </a:xfrm>
          <a:prstGeom prst="roundRect">
            <a:avLst>
              <a:gd name="adj" fmla="val 4878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7909560" y="1911096"/>
            <a:ext cx="355061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 eaLnBrk="0">
              <a:buNone/>
            </a:pPr>
            <a:r>
              <a:rPr lang="ko-KR" altLang="en-US" sz="1700" b="1" dirty="0">
                <a:solidFill>
                  <a:schemeClr val="tx1"/>
                </a:solidFill>
              </a:rPr>
              <a:t>바뀌는 것</a:t>
            </a:r>
            <a:endParaRPr lang="ko-KR" altLang="en-US" sz="1700" dirty="0"/>
          </a:p>
        </p:txBody>
      </p:sp>
      <p:sp>
        <p:nvSpPr>
          <p:cNvPr id="13" name="Text 10"/>
          <p:cNvSpPr txBox="1"/>
          <p:nvPr/>
        </p:nvSpPr>
        <p:spPr>
          <a:xfrm>
            <a:off x="7909560" y="2468880"/>
            <a:ext cx="3504895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 eaLnBrk="0">
              <a:spcAft>
                <a:spcPts val="400"/>
              </a:spcAft>
              <a:buNone/>
            </a:pPr>
            <a:r>
              <a:rPr lang="ko-KR" altLang="en-US" sz="1400" dirty="0">
                <a:solidFill>
                  <a:schemeClr val="tx2"/>
                </a:solidFill>
              </a:rPr>
              <a:t>버튼 필드에 담긴 명령 객체. 설정을 바꾸면 다른 명령을 넣는다.</a:t>
            </a:r>
            <a:endParaRPr lang="ko-KR" altLang="en-US" sz="1400" dirty="0"/>
          </a:p>
        </p:txBody>
      </p:sp>
      <p:sp>
        <p:nvSpPr>
          <p:cNvPr id="14" name="card"/>
          <p:cNvSpPr/>
          <p:nvPr/>
        </p:nvSpPr>
        <p:spPr>
          <a:xfrm>
            <a:off x="7680960" y="3749040"/>
            <a:ext cx="3962095" cy="1920240"/>
          </a:xfrm>
          <a:prstGeom prst="roundRect">
            <a:avLst>
              <a:gd name="adj" fmla="val 4762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5" name="Text 12"/>
          <p:cNvSpPr txBox="1"/>
          <p:nvPr/>
        </p:nvSpPr>
        <p:spPr>
          <a:xfrm>
            <a:off x="7909560" y="3968496"/>
            <a:ext cx="355061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 eaLnBrk="0">
              <a:buNone/>
            </a:pPr>
            <a:r>
              <a:rPr lang="ko-KR" altLang="en-US" sz="1700" b="1" dirty="0">
                <a:solidFill>
                  <a:schemeClr val="tx1"/>
                </a:solidFill>
              </a:rPr>
              <a:t>바뀌지 않는 것</a:t>
            </a:r>
            <a:endParaRPr lang="ko-KR" altLang="en-US" sz="1700" dirty="0"/>
          </a:p>
        </p:txBody>
      </p:sp>
      <p:sp>
        <p:nvSpPr>
          <p:cNvPr id="16" name="Text 13"/>
          <p:cNvSpPr txBox="1"/>
          <p:nvPr/>
        </p:nvSpPr>
        <p:spPr>
          <a:xfrm>
            <a:off x="7909560" y="4526280"/>
            <a:ext cx="3504895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 eaLnBrk="0">
              <a:spcAft>
                <a:spcPts val="400"/>
              </a:spcAft>
              <a:buNone/>
            </a:pPr>
            <a:r>
              <a:rPr lang="ko-KR" altLang="en-US" sz="1400" dirty="0">
                <a:solidFill>
                  <a:schemeClr val="tx2"/>
                </a:solidFill>
              </a:rPr>
              <a:t>HandleInput 코드. 어떤 명령이 담겼는지 모르고 Execute()만 부른다.</a:t>
            </a:r>
            <a:endParaRPr lang="ko-KR" alt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11535" y="6400800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 eaLnBrk="0">
              <a:defRPr sz="1000">
                <a:solidFill>
                  <a:schemeClr val="accent3"/>
                </a:solidFill>
              </a:defRPr>
            </a:lvl1pPr>
          </a:lstStyle>
          <a:p>
            <a:pPr algn="r" eaLnBrk="0"/>
            <a:fld id="{F7021451-1387-4CA6-816F-3879F97B5CBC}" type="slidenum">
              <a:rPr b="0" lang="ko-KR" altLang="en-US"/>
              <a:t>8</a:t>
            </a:fld>
            <a:endParaRPr lang="ko-KR" alt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cker"/>
          <p:cNvSpPr txBox="1"/>
          <p:nvPr/>
        </p:nvSpPr>
        <p:spPr>
          <a:xfrm>
            <a:off x="548640" y="329184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 eaLnBrk="0">
              <a:buNone/>
            </a:pPr>
            <a:r>
              <a:rPr lang="ko-KR" altLang="en-US" sz="1300" b="1" dirty="0">
                <a:solidFill>
                  <a:schemeClr val="accent1"/>
                </a:solidFill>
              </a:rPr>
              <a:t>빈 버튼</a:t>
            </a:r>
            <a:endParaRPr lang="ko-KR" altLang="en-US" sz="1300" dirty="0"/>
          </a:p>
        </p:txBody>
      </p:sp>
      <p:sp>
        <p:nvSpPr>
          <p:cNvPr id="3" name="Text 0"/>
          <p:cNvSpPr/>
          <p:nvPr>
            <p:ph idx="100" type="title" hasCustomPrompt="1"/>
          </p:nvPr>
        </p:nvSpPr>
        <p:spPr>
          <a:xfrm>
            <a:off x="548640" y="658368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 eaLnBrk="0">
              <a:buNone/>
            </a:pPr>
            <a:r>
              <a:rPr lang="ko-KR" altLang="en-US" sz="2600" b="1" dirty="0">
                <a:solidFill>
                  <a:schemeClr val="tx1"/>
                </a:solidFill>
              </a:rPr>
              <a:t>묶인 행동이 없는 버튼에는 아무것도 하지 않는 명령을 넣는다</a:t>
            </a:r>
            <a:endParaRPr lang="ko-KR" altLang="en-US" sz="2600" dirty="0"/>
          </a:p>
        </p:txBody>
      </p:sp>
      <p:sp>
        <p:nvSpPr>
          <p:cNvPr id="4" name="bridge"/>
          <p:cNvSpPr txBox="1"/>
          <p:nvPr/>
        </p:nvSpPr>
        <p:spPr>
          <a:xfrm>
            <a:off x="548640" y="5870448"/>
            <a:ext cx="1109441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 eaLnBrk="0">
              <a:buNone/>
            </a:pPr>
            <a:r>
              <a:rPr lang="ko-KR" altLang="en-US" sz="1500" b="1" dirty="0">
                <a:solidFill>
                  <a:schemeClr val="accent1"/>
                </a:solidFill>
              </a:rPr>
              <a:t>다음 질문  </a:t>
            </a:r>
            <a:pPr indent="0" marL="0" eaLnBrk="0">
              <a:buNone/>
            </a:pPr>
            <a:r>
              <a:rPr lang="ko-KR" altLang="en-US" sz="1500" dirty="0">
                <a:solidFill>
                  <a:schemeClr val="tx2"/>
                </a:solidFill>
              </a:rPr>
              <a:t>그런데 지금 명령은 누가 점프하는지 이미 정해져 있다.</a:t>
            </a:r>
            <a:endParaRPr lang="ko-KR" altLang="en-US" sz="15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1691640"/>
            <a:ext cx="5303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 eaLnBrk="0">
              <a:buNone/>
            </a:pPr>
            <a:r>
              <a:rPr lang="ko-KR" altLang="en-US" sz="1700" b="1" dirty="0">
                <a:solidFill>
                  <a:schemeClr val="accent6"/>
                </a:solidFill>
              </a:rPr>
              <a:t>null로 두면</a:t>
            </a:r>
            <a:endParaRPr lang="ko-KR" altLang="en-US" sz="1700" dirty="0"/>
          </a:p>
        </p:txBody>
      </p:sp>
      <p:sp>
        <p:nvSpPr>
          <p:cNvPr id="7" name="codePanel"/>
          <p:cNvSpPr/>
          <p:nvPr/>
        </p:nvSpPr>
        <p:spPr>
          <a:xfrm>
            <a:off x="548640" y="2103120"/>
            <a:ext cx="5303520" cy="914400"/>
          </a:xfrm>
          <a:prstGeom prst="roundRect">
            <a:avLst>
              <a:gd name="adj" fmla="val 8000"/>
            </a:avLst>
          </a:prstGeom>
          <a:solidFill>
            <a:schemeClr val="tx1"/>
          </a:solidFill>
          <a:ln w="12700">
            <a:solidFill>
              <a:schemeClr val="tx1"/>
            </a:solidFill>
            <a:prstDash val="solid"/>
          </a:ln>
        </p:spPr>
      </p:sp>
      <p:sp>
        <p:nvSpPr>
          <p:cNvPr id="8" name="code"/>
          <p:cNvSpPr txBox="1"/>
          <p:nvPr/>
        </p:nvSpPr>
        <p:spPr>
          <a:xfrm>
            <a:off x="658368" y="2194560"/>
            <a:ext cx="5084064" cy="7315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indent="0" marL="0" eaLnBrk="0">
              <a:buNone/>
            </a:pPr>
            <a:r>
              <a:rPr lang="ko-KR" altLang="en-US" sz="1400" dirty="0">
                <a:solidFill>
                  <a:schemeClr val="bg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if (IsPressed(Button.B) &amp;&amp; _buttonB != null)</a:t>
            </a:r>
            <a:endParaRPr lang="ko-KR" altLang="en-US" sz="1400" dirty="0"/>
          </a:p>
          <a:p>
            <a:pPr indent="0" marL="0" eaLnBrk="0">
              <a:buNone/>
            </a:pPr>
            <a:r>
              <a:rPr lang="ko-KR" altLang="en-US" sz="1400" dirty="0">
                <a:solidFill>
                  <a:schemeClr val="bg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_buttonB.Execute();</a:t>
            </a:r>
            <a:endParaRPr lang="ko-KR" altLang="en-US" sz="1400" dirty="0"/>
          </a:p>
        </p:txBody>
      </p:sp>
      <p:sp>
        <p:nvSpPr>
          <p:cNvPr id="9" name="Text 6"/>
          <p:cNvSpPr txBox="1"/>
          <p:nvPr/>
        </p:nvSpPr>
        <p:spPr>
          <a:xfrm>
            <a:off x="548640" y="3291840"/>
            <a:ext cx="5303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 eaLnBrk="0">
              <a:buNone/>
            </a:pPr>
            <a:r>
              <a:rPr lang="ko-KR" altLang="en-US" sz="1700" b="1" dirty="0">
                <a:solidFill>
                  <a:schemeClr val="accent2"/>
                </a:solidFill>
              </a:rPr>
              <a:t>아무것도 하지 않는 명령을 넣으면</a:t>
            </a:r>
            <a:endParaRPr lang="ko-KR" altLang="en-US" sz="1700" dirty="0"/>
          </a:p>
        </p:txBody>
      </p:sp>
      <p:sp>
        <p:nvSpPr>
          <p:cNvPr id="10" name="codePanel"/>
          <p:cNvSpPr/>
          <p:nvPr/>
        </p:nvSpPr>
        <p:spPr>
          <a:xfrm>
            <a:off x="548640" y="3703320"/>
            <a:ext cx="5303520" cy="1965960"/>
          </a:xfrm>
          <a:prstGeom prst="roundRect">
            <a:avLst>
              <a:gd name="adj" fmla="val 3721"/>
            </a:avLst>
          </a:prstGeom>
          <a:solidFill>
            <a:schemeClr val="tx1"/>
          </a:solidFill>
          <a:ln w="12700">
            <a:solidFill>
              <a:schemeClr val="tx1"/>
            </a:solidFill>
            <a:prstDash val="solid"/>
          </a:ln>
        </p:spPr>
      </p:sp>
      <p:sp>
        <p:nvSpPr>
          <p:cNvPr id="11" name="code"/>
          <p:cNvSpPr txBox="1"/>
          <p:nvPr/>
        </p:nvSpPr>
        <p:spPr>
          <a:xfrm>
            <a:off x="658368" y="3794760"/>
            <a:ext cx="5084064" cy="17830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indent="0" marL="0" eaLnBrk="0">
              <a:buNone/>
            </a:pPr>
            <a:r>
              <a:rPr lang="ko-KR" altLang="en-US" sz="1400" dirty="0">
                <a:solidFill>
                  <a:schemeClr val="bg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public class DoNothingCommand : ICommand</a:t>
            </a:r>
            <a:endParaRPr lang="ko-KR" altLang="en-US" sz="1400" dirty="0"/>
          </a:p>
          <a:p>
            <a:pPr indent="0" marL="0" eaLnBrk="0">
              <a:buNone/>
            </a:pPr>
            <a:r>
              <a:rPr lang="ko-KR" altLang="en-US" sz="1400" dirty="0">
                <a:solidFill>
                  <a:schemeClr val="bg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</a:t>
            </a:r>
            <a:endParaRPr lang="ko-KR" altLang="en-US" sz="1400" dirty="0"/>
          </a:p>
          <a:p>
            <a:pPr indent="0" marL="0" eaLnBrk="0">
              <a:buNone/>
            </a:pPr>
            <a:r>
              <a:rPr lang="ko-KR" altLang="en-US" sz="1400" dirty="0">
                <a:solidFill>
                  <a:schemeClr val="bg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public void Execute() { }</a:t>
            </a:r>
            <a:endParaRPr lang="ko-KR" altLang="en-US" sz="1400" dirty="0"/>
          </a:p>
          <a:p>
            <a:pPr indent="0" marL="0" eaLnBrk="0">
              <a:buNone/>
            </a:pPr>
            <a:r>
              <a:rPr lang="ko-KR" altLang="en-US" sz="1400" dirty="0">
                <a:solidFill>
                  <a:schemeClr val="bg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ko-KR" altLang="en-US" sz="1400" dirty="0"/>
          </a:p>
          <a:p>
            <a:pPr indent="0" marL="0" eaLnBrk="0">
              <a:buNone/>
            </a:pPr>
            <a:r>
              <a:rPr lang="ko-KR" altLang="en-US" sz="1400" dirty="0">
                <a:solidFill>
                  <a:schemeClr val="bg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ko-KR" altLang="en-US" sz="1400" dirty="0"/>
          </a:p>
          <a:p>
            <a:pPr indent="0" marL="0" eaLnBrk="0">
              <a:buNone/>
            </a:pPr>
            <a:r>
              <a:rPr lang="ko-KR" altLang="en-US" sz="1400" dirty="0">
                <a:solidFill>
                  <a:schemeClr val="bg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_buttonB = new DoNothingCommand();</a:t>
            </a:r>
            <a:endParaRPr lang="ko-KR" altLang="en-US" sz="1400" dirty="0"/>
          </a:p>
        </p:txBody>
      </p:sp>
      <p:sp>
        <p:nvSpPr>
          <p:cNvPr id="12" name="card"/>
          <p:cNvSpPr/>
          <p:nvPr/>
        </p:nvSpPr>
        <p:spPr>
          <a:xfrm>
            <a:off x="6309360" y="1691640"/>
            <a:ext cx="5333695" cy="1828800"/>
          </a:xfrm>
          <a:prstGeom prst="roundRect">
            <a:avLst>
              <a:gd name="adj" fmla="val 50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6537960" y="1911096"/>
            <a:ext cx="492221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 eaLnBrk="0">
              <a:buNone/>
            </a:pPr>
            <a:r>
              <a:rPr lang="ko-KR" altLang="en-US" sz="1700" b="1" dirty="0">
                <a:solidFill>
                  <a:schemeClr val="tx1"/>
                </a:solidFill>
              </a:rPr>
              <a:t>널 객체(Null Object)</a:t>
            </a:r>
            <a:endParaRPr lang="ko-KR" altLang="en-US" sz="1700" dirty="0"/>
          </a:p>
        </p:txBody>
      </p:sp>
      <p:sp>
        <p:nvSpPr>
          <p:cNvPr id="14" name="Text 11"/>
          <p:cNvSpPr txBox="1"/>
          <p:nvPr/>
        </p:nvSpPr>
        <p:spPr>
          <a:xfrm>
            <a:off x="6537960" y="2468880"/>
            <a:ext cx="487649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 eaLnBrk="0">
              <a:spcAft>
                <a:spcPts val="400"/>
              </a:spcAft>
              <a:buNone/>
            </a:pPr>
            <a:r>
              <a:rPr lang="ko-KR" altLang="en-US" sz="1400" dirty="0">
                <a:solidFill>
                  <a:schemeClr val="tx2"/>
                </a:solidFill>
              </a:rPr>
              <a:t>약속은 지키되 아무 일도 하지 않는 객체. 쓰는 쪽은 비어 있는지 확인할 필요가 없다.</a:t>
            </a:r>
            <a:endParaRPr lang="ko-KR" altLang="en-US" sz="1400" dirty="0"/>
          </a:p>
        </p:txBody>
      </p:sp>
      <p:sp>
        <p:nvSpPr>
          <p:cNvPr id="15" name="card"/>
          <p:cNvSpPr/>
          <p:nvPr/>
        </p:nvSpPr>
        <p:spPr>
          <a:xfrm>
            <a:off x="6309360" y="3703320"/>
            <a:ext cx="5333695" cy="1965960"/>
          </a:xfrm>
          <a:prstGeom prst="roundRect">
            <a:avLst>
              <a:gd name="adj" fmla="val 4651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6537960" y="3922776"/>
            <a:ext cx="492221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 eaLnBrk="0">
              <a:buNone/>
            </a:pPr>
            <a:r>
              <a:rPr lang="ko-KR" altLang="en-US" sz="1700" b="1" dirty="0">
                <a:solidFill>
                  <a:schemeClr val="tx1"/>
                </a:solidFill>
              </a:rPr>
              <a:t>결과</a:t>
            </a:r>
            <a:endParaRPr lang="ko-KR" altLang="en-US" sz="1700" dirty="0"/>
          </a:p>
        </p:txBody>
      </p:sp>
      <p:sp>
        <p:nvSpPr>
          <p:cNvPr id="17" name="Text 14"/>
          <p:cNvSpPr txBox="1"/>
          <p:nvPr/>
        </p:nvSpPr>
        <p:spPr>
          <a:xfrm>
            <a:off x="6537960" y="4480560"/>
            <a:ext cx="4876495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 eaLnBrk="0">
              <a:spcAft>
                <a:spcPts val="400"/>
              </a:spcAft>
              <a:buNone/>
            </a:pPr>
            <a:r>
              <a:rPr lang="ko-KR" altLang="en-US" sz="1400" dirty="0">
                <a:solidFill>
                  <a:schemeClr val="tx2"/>
                </a:solidFill>
              </a:rPr>
              <a:t>HandleInput은 모든 버튼에 명령이 있다고 믿고 Execute()만 부른다.</a:t>
            </a:r>
            <a:endParaRPr lang="ko-KR" alt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11535" y="6400800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 eaLnBrk="0">
              <a:defRPr sz="1000">
                <a:solidFill>
                  <a:schemeClr val="accent3"/>
                </a:solidFill>
              </a:defRPr>
            </a:lvl1pPr>
          </a:lstStyle>
          <a:p>
            <a:pPr algn="r" eaLnBrk="0"/>
            <a:fld id="{F7021451-1387-4CA6-816F-3879F97B5CBC}" type="slidenum">
              <a:rPr b="0" lang="ko-KR" altLang="en-US"/>
              <a:t>9</a:t>
            </a:fld>
            <a:endParaRPr lang="ko-KR" alt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art"/>
          <p:cNvSpPr txBox="1"/>
          <p:nvPr/>
        </p:nvSpPr>
        <p:spPr>
          <a:xfrm>
            <a:off x="548640" y="2148840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 eaLnBrk="0">
              <a:buNone/>
            </a:pPr>
            <a:r>
              <a:rPr lang="ko-KR" altLang="en-US" sz="1600" b="1" dirty="0">
                <a:solidFill>
                  <a:schemeClr val="accent1"/>
                </a:solidFill>
              </a:rPr>
              <a:t>2부</a:t>
            </a:r>
            <a:endParaRPr lang="ko-KR" altLang="en-US" sz="1600" dirty="0"/>
          </a:p>
        </p:txBody>
      </p:sp>
      <p:sp>
        <p:nvSpPr>
          <p:cNvPr id="3" name="Text 0"/>
          <p:cNvSpPr/>
          <p:nvPr>
            <p:ph idx="100" type="title" hasCustomPrompt="1"/>
          </p:nvPr>
        </p:nvSpPr>
        <p:spPr>
          <a:xfrm>
            <a:off x="548640" y="2651760"/>
            <a:ext cx="11094415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 eaLnBrk="0">
              <a:buNone/>
            </a:pPr>
            <a:r>
              <a:rPr lang="ko-KR" altLang="en-US" sz="3600" b="1" dirty="0">
                <a:solidFill>
                  <a:schemeClr val="bg1"/>
                </a:solidFill>
              </a:rPr>
              <a:t>누가 행동할지 정하기</a:t>
            </a:r>
            <a:endParaRPr lang="ko-KR" altLang="en-US" sz="3600" dirty="0"/>
          </a:p>
        </p:txBody>
      </p:sp>
      <p:sp>
        <p:nvSpPr>
          <p:cNvPr id="4" name="Text 0"/>
          <p:cNvSpPr/>
          <p:nvPr>
            <p:ph idx="101" type="body" hasCustomPrompt="1"/>
          </p:nvPr>
        </p:nvSpPr>
        <p:spPr>
          <a:xfrm>
            <a:off x="548640" y="3794760"/>
            <a:ext cx="11094415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 eaLnBrk="0">
              <a:buNone/>
            </a:pPr>
            <a:r>
              <a:rPr lang="ko-KR" altLang="en-US" sz="1800" dirty="0">
                <a:solidFill>
                  <a:schemeClr val="accent3"/>
                </a:solidFill>
              </a:rPr>
              <a:t>원서: 행위자에게 명령하기</a:t>
            </a:r>
            <a:endParaRPr lang="ko-KR" alt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11535" y="6400800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 eaLnBrk="0">
              <a:defRPr sz="1000">
                <a:solidFill>
                  <a:schemeClr val="accent3"/>
                </a:solidFill>
              </a:defRPr>
            </a:lvl1pPr>
          </a:lstStyle>
          <a:p>
            <a:pPr algn="r" eaLnBrk="0"/>
            <a:fld id="{F7021451-1387-4CA6-816F-3879F97B5CBC}" type="slidenum">
              <a:rPr b="0" lang="ko-KR" altLang="en-US"/>
              <a:t>10</a:t>
            </a:fld>
            <a:endParaRPr lang="ko-KR" alt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cker"/>
          <p:cNvSpPr txBox="1"/>
          <p:nvPr/>
        </p:nvSpPr>
        <p:spPr>
          <a:xfrm>
            <a:off x="548640" y="329184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 eaLnBrk="0">
              <a:buNone/>
            </a:pPr>
            <a:r>
              <a:rPr lang="ko-KR" altLang="en-US" sz="1300" b="1" dirty="0">
                <a:solidFill>
                  <a:schemeClr val="accent1"/>
                </a:solidFill>
              </a:rPr>
              <a:t>남은 결합</a:t>
            </a:r>
            <a:endParaRPr lang="ko-KR" altLang="en-US" sz="1300" dirty="0"/>
          </a:p>
        </p:txBody>
      </p:sp>
      <p:sp>
        <p:nvSpPr>
          <p:cNvPr id="3" name="Text 0"/>
          <p:cNvSpPr/>
          <p:nvPr>
            <p:ph idx="100" type="title" hasCustomPrompt="1"/>
          </p:nvPr>
        </p:nvSpPr>
        <p:spPr>
          <a:xfrm>
            <a:off x="548640" y="658368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 eaLnBrk="0">
              <a:buNone/>
            </a:pPr>
            <a:r>
              <a:rPr lang="ko-KR" altLang="en-US" sz="2600" b="1" dirty="0">
                <a:solidFill>
                  <a:schemeClr val="tx1"/>
                </a:solidFill>
              </a:rPr>
              <a:t>JumpCommand는 플레이어 캐릭터만 점프시킬 수 있다</a:t>
            </a:r>
            <a:endParaRPr lang="ko-KR" altLang="en-US" sz="2600" dirty="0"/>
          </a:p>
        </p:txBody>
      </p:sp>
      <p:sp>
        <p:nvSpPr>
          <p:cNvPr id="4" name="bridge"/>
          <p:cNvSpPr txBox="1"/>
          <p:nvPr/>
        </p:nvSpPr>
        <p:spPr>
          <a:xfrm>
            <a:off x="548640" y="5870448"/>
            <a:ext cx="1109441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 eaLnBrk="0">
              <a:buNone/>
            </a:pPr>
            <a:r>
              <a:rPr lang="ko-KR" altLang="en-US" sz="1500" b="1" dirty="0">
                <a:solidFill>
                  <a:schemeClr val="accent1"/>
                </a:solidFill>
              </a:rPr>
              <a:t>다음 질문  </a:t>
            </a:r>
            <a:pPr indent="0" marL="0" eaLnBrk="0">
              <a:buNone/>
            </a:pPr>
            <a:r>
              <a:rPr lang="ko-KR" altLang="en-US" sz="1500" dirty="0">
                <a:solidFill>
                  <a:schemeClr val="tx2"/>
                </a:solidFill>
              </a:rPr>
              <a:t>점프할 대상을 명령 밖에서 넘겨주면 어떨까?</a:t>
            </a:r>
            <a:endParaRPr lang="ko-KR" altLang="en-US" sz="1500" dirty="0"/>
          </a:p>
        </p:txBody>
      </p:sp>
      <p:sp>
        <p:nvSpPr>
          <p:cNvPr id="6" name="codePanel"/>
          <p:cNvSpPr/>
          <p:nvPr/>
        </p:nvSpPr>
        <p:spPr>
          <a:xfrm>
            <a:off x="548640" y="1737360"/>
            <a:ext cx="6766560" cy="1371600"/>
          </a:xfrm>
          <a:prstGeom prst="roundRect">
            <a:avLst>
              <a:gd name="adj" fmla="val 5333"/>
            </a:avLst>
          </a:prstGeom>
          <a:solidFill>
            <a:schemeClr val="tx1"/>
          </a:solidFill>
          <a:ln w="12700">
            <a:solidFill>
              <a:schemeClr val="tx1"/>
            </a:solidFill>
            <a:prstDash val="solid"/>
          </a:ln>
        </p:spPr>
      </p:sp>
      <p:sp>
        <p:nvSpPr>
          <p:cNvPr id="7" name="code"/>
          <p:cNvSpPr txBox="1"/>
          <p:nvPr/>
        </p:nvSpPr>
        <p:spPr>
          <a:xfrm>
            <a:off x="658368" y="1828800"/>
            <a:ext cx="6547104" cy="11887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indent="0" marL="0" eaLnBrk="0">
              <a:buNone/>
            </a:pPr>
            <a:r>
              <a:rPr lang="ko-KR" altLang="en-US" sz="1500" dirty="0">
                <a:solidFill>
                  <a:schemeClr val="bg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public class JumpCommand : ICommand</a:t>
            </a:r>
            <a:endParaRPr lang="ko-KR" altLang="en-US" sz="1500" dirty="0"/>
          </a:p>
          <a:p>
            <a:pPr indent="0" marL="0" eaLnBrk="0">
              <a:buNone/>
            </a:pPr>
            <a:r>
              <a:rPr lang="ko-KR" altLang="en-US" sz="1500" dirty="0">
                <a:solidFill>
                  <a:schemeClr val="bg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</a:t>
            </a:r>
            <a:endParaRPr lang="ko-KR" altLang="en-US" sz="1500" dirty="0"/>
          </a:p>
          <a:p>
            <a:pPr indent="0" marL="0" eaLnBrk="0">
              <a:buNone/>
            </a:pPr>
            <a:r>
              <a:rPr lang="ko-KR" altLang="en-US" sz="1500" b="1" dirty="0">
                <a:solidFill>
                  <a:schemeClr val="accent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public void Execute() { Jump(); }   // 누가 점프하는가?</a:t>
            </a:r>
            <a:endParaRPr lang="ko-KR" altLang="en-US" sz="1500" dirty="0"/>
          </a:p>
          <a:p>
            <a:pPr indent="0" marL="0" eaLnBrk="0">
              <a:buNone/>
            </a:pPr>
            <a:r>
              <a:rPr lang="ko-KR" altLang="en-US" sz="1500" dirty="0">
                <a:solidFill>
                  <a:schemeClr val="bg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ko-KR" altLang="en-US" sz="1500" dirty="0"/>
          </a:p>
        </p:txBody>
      </p:sp>
      <p:sp>
        <p:nvSpPr>
          <p:cNvPr id="8" name="card"/>
          <p:cNvSpPr/>
          <p:nvPr/>
        </p:nvSpPr>
        <p:spPr>
          <a:xfrm>
            <a:off x="548640" y="3383280"/>
            <a:ext cx="6766560" cy="2286000"/>
          </a:xfrm>
          <a:prstGeom prst="roundRect">
            <a:avLst>
              <a:gd name="adj" fmla="val 40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777240" y="3602736"/>
            <a:ext cx="6355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 eaLnBrk="0">
              <a:buNone/>
            </a:pPr>
            <a:r>
              <a:rPr lang="ko-KR" altLang="en-US" sz="1700" b="1" dirty="0">
                <a:solidFill>
                  <a:schemeClr val="tx1"/>
                </a:solidFill>
              </a:rPr>
              <a:t>숨은 가정</a:t>
            </a:r>
            <a:endParaRPr lang="ko-KR" altLang="en-US" sz="1700" dirty="0"/>
          </a:p>
        </p:txBody>
      </p:sp>
      <p:sp>
        <p:nvSpPr>
          <p:cNvPr id="10" name="Text 7"/>
          <p:cNvSpPr txBox="1"/>
          <p:nvPr/>
        </p:nvSpPr>
        <p:spPr>
          <a:xfrm>
            <a:off x="777240" y="4160520"/>
            <a:ext cx="63093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 eaLnBrk="0">
              <a:spcAft>
                <a:spcPts val="400"/>
              </a:spcAft>
              <a:buNone/>
            </a:pPr>
            <a:r>
              <a:rPr lang="ko-KR" altLang="en-US" sz="1400" dirty="0">
                <a:solidFill>
                  <a:schemeClr val="tx2"/>
                </a:solidFill>
              </a:rPr>
              <a:t>Jump()는 어딘가에 있는 플레이어 캐릭터를 직접 찾아 움직인다. 같은 명령으로 적이나 다른 아군을 점프시킬 방법이 없다.</a:t>
            </a:r>
            <a:endParaRPr lang="ko-KR" altLang="en-US" sz="1400" dirty="0"/>
          </a:p>
        </p:txBody>
      </p:sp>
      <p:sp>
        <p:nvSpPr>
          <p:cNvPr id="11" name="box"/>
          <p:cNvSpPr/>
          <p:nvPr/>
        </p:nvSpPr>
        <p:spPr>
          <a:xfrm>
            <a:off x="7680960" y="1737360"/>
            <a:ext cx="3962095" cy="822960"/>
          </a:xfrm>
          <a:prstGeom prst="roundRect">
            <a:avLst>
              <a:gd name="adj" fmla="val 8889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7680960" y="1737360"/>
            <a:ext cx="3962095" cy="8229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ctr" indent="0" marL="0" eaLnBrk="0">
              <a:buNone/>
            </a:pPr>
            <a:r>
              <a:rPr lang="ko-KR" altLang="en-US" sz="1700" b="1" dirty="0">
                <a:solidFill>
                  <a:schemeClr val="bg1"/>
                </a:solidFill>
              </a:rPr>
              <a:t>JumpCommand</a:t>
            </a:r>
            <a:endParaRPr lang="ko-KR" altLang="en-US" sz="1700" dirty="0"/>
          </a:p>
        </p:txBody>
      </p:sp>
      <p:sp>
        <p:nvSpPr>
          <p:cNvPr id="13" name="Shape 10"/>
          <p:cNvSpPr/>
          <p:nvPr/>
        </p:nvSpPr>
        <p:spPr>
          <a:xfrm>
            <a:off x="9662008" y="2560320"/>
            <a:ext cx="914" cy="731520"/>
          </a:xfrm>
          <a:prstGeom prst="line">
            <a:avLst/>
          </a:prstGeom>
          <a:noFill/>
          <a:ln w="22225">
            <a:solidFill>
              <a:schemeClr val="accent6"/>
            </a:solidFill>
            <a:prstDash val="solid"/>
            <a:tailEnd type="triangle"/>
          </a:ln>
        </p:spPr>
      </p:sp>
      <p:sp>
        <p:nvSpPr>
          <p:cNvPr id="14" name="box"/>
          <p:cNvSpPr/>
          <p:nvPr/>
        </p:nvSpPr>
        <p:spPr>
          <a:xfrm>
            <a:off x="7680960" y="3291840"/>
            <a:ext cx="3962095" cy="822960"/>
          </a:xfrm>
          <a:prstGeom prst="roundRect">
            <a:avLst>
              <a:gd name="adj" fmla="val 8889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5" name="Text 12"/>
          <p:cNvSpPr txBox="1"/>
          <p:nvPr/>
        </p:nvSpPr>
        <p:spPr>
          <a:xfrm>
            <a:off x="7680960" y="3291840"/>
            <a:ext cx="3962095" cy="8229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ctr" indent="0" marL="0" eaLnBrk="0">
              <a:buNone/>
            </a:pPr>
            <a:r>
              <a:rPr lang="ko-KR" altLang="en-US" sz="1600" b="1" dirty="0">
                <a:solidFill>
                  <a:schemeClr val="tx1"/>
                </a:solidFill>
              </a:rPr>
              <a:t>플레이어 캐릭터</a:t>
            </a:r>
            <a:endParaRPr lang="ko-KR" altLang="en-US" sz="1600" dirty="0"/>
          </a:p>
        </p:txBody>
      </p:sp>
      <p:sp>
        <p:nvSpPr>
          <p:cNvPr id="16" name="box"/>
          <p:cNvSpPr/>
          <p:nvPr/>
        </p:nvSpPr>
        <p:spPr>
          <a:xfrm>
            <a:off x="7680960" y="4389120"/>
            <a:ext cx="3962095" cy="822960"/>
          </a:xfrm>
          <a:prstGeom prst="roundRect">
            <a:avLst>
              <a:gd name="adj" fmla="val 8889"/>
            </a:avLst>
          </a:prstGeom>
          <a:solidFill>
            <a:schemeClr val="bg1"/>
          </a:solidFill>
          <a:ln w="19050">
            <a:solidFill>
              <a:schemeClr val="accent6"/>
            </a:solidFill>
            <a:prstDash val="dash"/>
          </a:ln>
        </p:spPr>
      </p:sp>
      <p:sp>
        <p:nvSpPr>
          <p:cNvPr id="17" name="Text 14"/>
          <p:cNvSpPr txBox="1"/>
          <p:nvPr/>
        </p:nvSpPr>
        <p:spPr>
          <a:xfrm>
            <a:off x="7680960" y="4389120"/>
            <a:ext cx="3962095" cy="8229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ctr" indent="0" marL="0" eaLnBrk="0">
              <a:buNone/>
            </a:pPr>
            <a:r>
              <a:rPr lang="ko-KR" altLang="en-US" sz="1500" b="1" dirty="0">
                <a:solidFill>
                  <a:schemeClr val="accent3"/>
                </a:solidFill>
              </a:rPr>
              <a:t>적 캐릭터 (닿지 않는다)</a:t>
            </a:r>
            <a:endParaRPr lang="ko-KR" alt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11535" y="6400800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 eaLnBrk="0">
              <a:defRPr sz="1000">
                <a:solidFill>
                  <a:schemeClr val="accent3"/>
                </a:solidFill>
              </a:defRPr>
            </a:lvl1pPr>
          </a:lstStyle>
          <a:p>
            <a:pPr algn="r" eaLnBrk="0"/>
            <a:fld id="{F7021451-1387-4CA6-816F-3879F97B5CBC}" type="slidenum">
              <a:rPr b="0" lang="ko-KR" altLang="en-US"/>
              <a:t>11</a:t>
            </a:fld>
            <a:endParaRPr lang="ko-KR" alt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cker"/>
          <p:cNvSpPr txBox="1"/>
          <p:nvPr/>
        </p:nvSpPr>
        <p:spPr>
          <a:xfrm>
            <a:off x="548640" y="329184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 eaLnBrk="0">
              <a:buNone/>
            </a:pPr>
            <a:r>
              <a:rPr lang="ko-KR" altLang="en-US" sz="1300" b="1" dirty="0">
                <a:solidFill>
                  <a:schemeClr val="accent1"/>
                </a:solidFill>
              </a:rPr>
              <a:t>대상 넘기기</a:t>
            </a:r>
            <a:endParaRPr lang="ko-KR" altLang="en-US" sz="1300" dirty="0"/>
          </a:p>
        </p:txBody>
      </p:sp>
      <p:sp>
        <p:nvSpPr>
          <p:cNvPr id="3" name="Text 0"/>
          <p:cNvSpPr/>
          <p:nvPr>
            <p:ph idx="100" type="title" hasCustomPrompt="1"/>
          </p:nvPr>
        </p:nvSpPr>
        <p:spPr>
          <a:xfrm>
            <a:off x="548640" y="658368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 eaLnBrk="0">
              <a:buNone/>
            </a:pPr>
            <a:r>
              <a:rPr lang="ko-KR" altLang="en-US" sz="2600" b="1" dirty="0">
                <a:solidFill>
                  <a:schemeClr val="tx1"/>
                </a:solidFill>
              </a:rPr>
              <a:t>Execute가 행동할 대상을 매개변수로 받는다</a:t>
            </a:r>
            <a:endParaRPr lang="ko-KR" altLang="en-US" sz="2600" dirty="0"/>
          </a:p>
        </p:txBody>
      </p:sp>
      <p:sp>
        <p:nvSpPr>
          <p:cNvPr id="4" name="bridge"/>
          <p:cNvSpPr txBox="1"/>
          <p:nvPr/>
        </p:nvSpPr>
        <p:spPr>
          <a:xfrm>
            <a:off x="548640" y="5870448"/>
            <a:ext cx="1109441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 eaLnBrk="0">
              <a:buNone/>
            </a:pPr>
            <a:r>
              <a:rPr lang="ko-KR" altLang="en-US" sz="1500" b="1" dirty="0">
                <a:solidFill>
                  <a:schemeClr val="accent1"/>
                </a:solidFill>
              </a:rPr>
              <a:t>다음 질문  </a:t>
            </a:r>
            <a:pPr indent="0" marL="0" eaLnBrk="0">
              <a:buNone/>
            </a:pPr>
            <a:r>
              <a:rPr lang="ko-KR" altLang="en-US" sz="1500" dirty="0">
                <a:solidFill>
                  <a:schemeClr val="tx2"/>
                </a:solidFill>
              </a:rPr>
              <a:t>대상을 바꿀 수 있게 되면 무엇이 가능해질까?</a:t>
            </a:r>
            <a:endParaRPr lang="ko-KR" altLang="en-US" sz="1500" dirty="0"/>
          </a:p>
        </p:txBody>
      </p:sp>
      <p:sp>
        <p:nvSpPr>
          <p:cNvPr id="6" name="codePanel"/>
          <p:cNvSpPr/>
          <p:nvPr/>
        </p:nvSpPr>
        <p:spPr>
          <a:xfrm>
            <a:off x="548640" y="1645920"/>
            <a:ext cx="5577840" cy="2423160"/>
          </a:xfrm>
          <a:prstGeom prst="roundRect">
            <a:avLst>
              <a:gd name="adj" fmla="val 3019"/>
            </a:avLst>
          </a:prstGeom>
          <a:solidFill>
            <a:schemeClr val="tx1"/>
          </a:solidFill>
          <a:ln w="12700">
            <a:solidFill>
              <a:schemeClr val="tx1"/>
            </a:solidFill>
            <a:prstDash val="solid"/>
          </a:ln>
        </p:spPr>
      </p:sp>
      <p:sp>
        <p:nvSpPr>
          <p:cNvPr id="7" name="code"/>
          <p:cNvSpPr txBox="1"/>
          <p:nvPr/>
        </p:nvSpPr>
        <p:spPr>
          <a:xfrm>
            <a:off x="658368" y="1737360"/>
            <a:ext cx="5358384" cy="22402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indent="0" marL="0" eaLnBrk="0">
              <a:buNone/>
            </a:pPr>
            <a:r>
              <a:rPr lang="ko-KR" altLang="en-US" sz="1300" dirty="0">
                <a:solidFill>
                  <a:schemeClr val="bg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public interface ICommand</a:t>
            </a:r>
            <a:endParaRPr lang="ko-KR" altLang="en-US" sz="1300" dirty="0"/>
          </a:p>
          <a:p>
            <a:pPr indent="0" marL="0" eaLnBrk="0">
              <a:buNone/>
            </a:pPr>
            <a:r>
              <a:rPr lang="ko-KR" altLang="en-US" sz="1300" dirty="0">
                <a:solidFill>
                  <a:schemeClr val="bg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</a:t>
            </a:r>
            <a:endParaRPr lang="ko-KR" altLang="en-US" sz="1300" dirty="0"/>
          </a:p>
          <a:p>
            <a:pPr indent="0" marL="0" eaLnBrk="0">
              <a:buNone/>
            </a:pPr>
            <a:r>
              <a:rPr lang="ko-KR" altLang="en-US" sz="1300" b="1" dirty="0">
                <a:solidFill>
                  <a:schemeClr val="accent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void Execute(GameActor actor);</a:t>
            </a:r>
            <a:endParaRPr lang="ko-KR" altLang="en-US" sz="1300" dirty="0"/>
          </a:p>
          <a:p>
            <a:pPr indent="0" marL="0" eaLnBrk="0">
              <a:buNone/>
            </a:pPr>
            <a:r>
              <a:rPr lang="ko-KR" altLang="en-US" sz="1300" dirty="0">
                <a:solidFill>
                  <a:schemeClr val="bg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ko-KR" altLang="en-US" sz="1300" dirty="0"/>
          </a:p>
          <a:p>
            <a:pPr indent="0" marL="0" eaLnBrk="0">
              <a:buNone/>
            </a:pPr>
            <a:r>
              <a:rPr lang="ko-KR" altLang="en-US" sz="1300" dirty="0">
                <a:solidFill>
                  <a:schemeClr val="bg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ko-KR" altLang="en-US" sz="1300" dirty="0"/>
          </a:p>
          <a:p>
            <a:pPr indent="0" marL="0" eaLnBrk="0">
              <a:buNone/>
            </a:pPr>
            <a:r>
              <a:rPr lang="ko-KR" altLang="en-US" sz="1300" dirty="0">
                <a:solidFill>
                  <a:schemeClr val="bg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public class JumpCommand : ICommand</a:t>
            </a:r>
            <a:endParaRPr lang="ko-KR" altLang="en-US" sz="1300" dirty="0"/>
          </a:p>
          <a:p>
            <a:pPr indent="0" marL="0" eaLnBrk="0">
              <a:buNone/>
            </a:pPr>
            <a:r>
              <a:rPr lang="ko-KR" altLang="en-US" sz="1300" dirty="0">
                <a:solidFill>
                  <a:schemeClr val="bg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</a:t>
            </a:r>
            <a:endParaRPr lang="ko-KR" altLang="en-US" sz="1300" dirty="0"/>
          </a:p>
          <a:p>
            <a:pPr indent="0" marL="0" eaLnBrk="0">
              <a:buNone/>
            </a:pPr>
            <a:r>
              <a:rPr lang="ko-KR" altLang="en-US" sz="1300" b="1" dirty="0">
                <a:solidFill>
                  <a:schemeClr val="accent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public void Execute(GameActor actor) { actor.Jump(); }</a:t>
            </a:r>
            <a:endParaRPr lang="ko-KR" altLang="en-US" sz="1300" dirty="0"/>
          </a:p>
          <a:p>
            <a:pPr indent="0" marL="0" eaLnBrk="0">
              <a:buNone/>
            </a:pPr>
            <a:r>
              <a:rPr lang="ko-KR" altLang="en-US" sz="1300" dirty="0">
                <a:solidFill>
                  <a:schemeClr val="bg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ko-KR" altLang="en-US" sz="1300" dirty="0"/>
          </a:p>
        </p:txBody>
      </p:sp>
      <p:sp>
        <p:nvSpPr>
          <p:cNvPr id="8" name="codeCaption"/>
          <p:cNvSpPr txBox="1"/>
          <p:nvPr/>
        </p:nvSpPr>
        <p:spPr>
          <a:xfrm>
            <a:off x="3017520" y="1737360"/>
            <a:ext cx="2971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 eaLnBrk="0">
              <a:buNone/>
            </a:pPr>
            <a:r>
              <a:rPr lang="ko-KR" altLang="en-US" sz="1000" dirty="0">
                <a:solidFill>
                  <a:schemeClr val="accent3"/>
                </a:solidFill>
              </a:rPr>
              <a:t>원서 예제를 C#으로 옮긴 코드</a:t>
            </a:r>
            <a:endParaRPr lang="ko-KR" altLang="en-US" sz="1000" dirty="0"/>
          </a:p>
        </p:txBody>
      </p:sp>
      <p:sp>
        <p:nvSpPr>
          <p:cNvPr id="9" name="codePanel"/>
          <p:cNvSpPr/>
          <p:nvPr/>
        </p:nvSpPr>
        <p:spPr>
          <a:xfrm>
            <a:off x="6355080" y="1645920"/>
            <a:ext cx="5287975" cy="2423160"/>
          </a:xfrm>
          <a:prstGeom prst="roundRect">
            <a:avLst>
              <a:gd name="adj" fmla="val 3019"/>
            </a:avLst>
          </a:prstGeom>
          <a:solidFill>
            <a:schemeClr val="tx1"/>
          </a:solidFill>
          <a:ln w="12700">
            <a:solidFill>
              <a:schemeClr val="tx1"/>
            </a:solidFill>
            <a:prstDash val="solid"/>
          </a:ln>
        </p:spPr>
      </p:sp>
      <p:sp>
        <p:nvSpPr>
          <p:cNvPr id="10" name="code"/>
          <p:cNvSpPr txBox="1"/>
          <p:nvPr/>
        </p:nvSpPr>
        <p:spPr>
          <a:xfrm>
            <a:off x="6464808" y="1737360"/>
            <a:ext cx="5068519" cy="22402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indent="0" marL="0" eaLnBrk="0">
              <a:buNone/>
            </a:pPr>
            <a:r>
              <a:rPr lang="ko-KR" altLang="en-US" sz="1200" dirty="0">
                <a:solidFill>
                  <a:schemeClr val="accent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InputHandler: 실행하지 않고 명령을 돌려준다</a:t>
            </a:r>
            <a:endParaRPr lang="ko-KR" altLang="en-US" sz="1200" dirty="0"/>
          </a:p>
          <a:p>
            <a:pPr indent="0" marL="0" eaLnBrk="0">
              <a:buNone/>
            </a:pPr>
            <a:r>
              <a:rPr lang="ko-KR" altLang="en-US" sz="1200" dirty="0">
                <a:solidFill>
                  <a:schemeClr val="bg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public ICommand HandleInput()</a:t>
            </a:r>
            <a:endParaRPr lang="ko-KR" altLang="en-US" sz="1200" dirty="0"/>
          </a:p>
          <a:p>
            <a:pPr indent="0" marL="0" eaLnBrk="0">
              <a:buNone/>
            </a:pPr>
            <a:r>
              <a:rPr lang="ko-KR" altLang="en-US" sz="1200" dirty="0">
                <a:solidFill>
                  <a:schemeClr val="bg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</a:t>
            </a:r>
            <a:endParaRPr lang="ko-KR" altLang="en-US" sz="1200" dirty="0"/>
          </a:p>
          <a:p>
            <a:pPr indent="0" marL="0" eaLnBrk="0">
              <a:buNone/>
            </a:pPr>
            <a:r>
              <a:rPr lang="ko-KR" altLang="en-US" sz="1200" dirty="0">
                <a:solidFill>
                  <a:schemeClr val="bg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if (IsPressed(Button.X)) return _buttonX;</a:t>
            </a:r>
            <a:endParaRPr lang="ko-KR" altLang="en-US" sz="1200" dirty="0"/>
          </a:p>
          <a:p>
            <a:pPr indent="0" marL="0" eaLnBrk="0">
              <a:buNone/>
            </a:pPr>
            <a:r>
              <a:rPr lang="ko-KR" altLang="en-US" sz="1200" dirty="0">
                <a:solidFill>
                  <a:schemeClr val="bg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if (IsPressed(Button.Y)) return _buttonY;</a:t>
            </a:r>
            <a:endParaRPr lang="ko-KR" altLang="en-US" sz="1200" dirty="0"/>
          </a:p>
          <a:p>
            <a:pPr indent="0" marL="0" eaLnBrk="0">
              <a:buNone/>
            </a:pPr>
            <a:r>
              <a:rPr lang="ko-KR" altLang="en-US" sz="1200" dirty="0">
                <a:solidFill>
                  <a:schemeClr val="bg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if (IsPressed(Button.A)) return _buttonA;</a:t>
            </a:r>
            <a:endParaRPr lang="ko-KR" altLang="en-US" sz="1200" dirty="0"/>
          </a:p>
          <a:p>
            <a:pPr indent="0" marL="0" eaLnBrk="0">
              <a:buNone/>
            </a:pPr>
            <a:r>
              <a:rPr lang="ko-KR" altLang="en-US" sz="1200" dirty="0">
                <a:solidFill>
                  <a:schemeClr val="bg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if (IsPressed(Button.B)) return _buttonB;</a:t>
            </a:r>
            <a:endParaRPr lang="ko-KR" altLang="en-US" sz="1200" dirty="0"/>
          </a:p>
          <a:p>
            <a:pPr indent="0" marL="0" eaLnBrk="0">
              <a:buNone/>
            </a:pPr>
            <a:r>
              <a:rPr lang="ko-KR" altLang="en-US" sz="1200" dirty="0">
                <a:solidFill>
                  <a:schemeClr val="bg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return null;   // 아무 버튼도 누르지 않았다</a:t>
            </a:r>
            <a:endParaRPr lang="ko-KR" altLang="en-US" sz="1200" dirty="0"/>
          </a:p>
          <a:p>
            <a:pPr indent="0" marL="0" eaLnBrk="0">
              <a:buNone/>
            </a:pPr>
            <a:r>
              <a:rPr lang="ko-KR" altLang="en-US" sz="1200" dirty="0">
                <a:solidFill>
                  <a:schemeClr val="bg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ko-KR" altLang="en-US" sz="1200" dirty="0"/>
          </a:p>
        </p:txBody>
      </p:sp>
      <p:sp>
        <p:nvSpPr>
          <p:cNvPr id="11" name="Text 8"/>
          <p:cNvSpPr txBox="1"/>
          <p:nvPr/>
        </p:nvSpPr>
        <p:spPr>
          <a:xfrm>
            <a:off x="548640" y="429768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 eaLnBrk="0">
              <a:buNone/>
            </a:pPr>
            <a:r>
              <a:rPr lang="ko-KR" altLang="en-US" sz="1600" b="1" dirty="0">
                <a:solidFill>
                  <a:schemeClr val="tx1"/>
                </a:solidFill>
              </a:rPr>
              <a:t>호출하는 쪽</a:t>
            </a:r>
            <a:endParaRPr lang="ko-KR" altLang="en-US" sz="1600" dirty="0"/>
          </a:p>
        </p:txBody>
      </p:sp>
      <p:sp>
        <p:nvSpPr>
          <p:cNvPr id="12" name="codePanel"/>
          <p:cNvSpPr/>
          <p:nvPr/>
        </p:nvSpPr>
        <p:spPr>
          <a:xfrm>
            <a:off x="548640" y="4709160"/>
            <a:ext cx="11094415" cy="868680"/>
          </a:xfrm>
          <a:prstGeom prst="roundRect">
            <a:avLst>
              <a:gd name="adj" fmla="val 8421"/>
            </a:avLst>
          </a:prstGeom>
          <a:solidFill>
            <a:schemeClr val="tx1"/>
          </a:solidFill>
          <a:ln w="12700">
            <a:solidFill>
              <a:schemeClr val="tx1"/>
            </a:solidFill>
            <a:prstDash val="solid"/>
          </a:ln>
        </p:spPr>
      </p:sp>
      <p:sp>
        <p:nvSpPr>
          <p:cNvPr id="13" name="code"/>
          <p:cNvSpPr txBox="1"/>
          <p:nvPr/>
        </p:nvSpPr>
        <p:spPr>
          <a:xfrm>
            <a:off x="658368" y="4800600"/>
            <a:ext cx="10874959" cy="6858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indent="0" marL="0" eaLnBrk="0">
              <a:buNone/>
            </a:pPr>
            <a:r>
              <a:rPr lang="ko-KR" altLang="en-US" sz="1400" dirty="0">
                <a:solidFill>
                  <a:schemeClr val="bg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ICommand command = _inputHandler.HandleInput();</a:t>
            </a:r>
            <a:endParaRPr lang="ko-KR" altLang="en-US" sz="1400" dirty="0"/>
          </a:p>
          <a:p>
            <a:pPr indent="0" marL="0" eaLnBrk="0">
              <a:buNone/>
            </a:pPr>
            <a:r>
              <a:rPr lang="ko-KR" altLang="en-US" sz="1400" b="1" dirty="0">
                <a:solidFill>
                  <a:schemeClr val="accent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if (command != null) command.Execute(_player);</a:t>
            </a:r>
            <a:endParaRPr lang="ko-KR" alt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11535" y="6400800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 eaLnBrk="0">
              <a:defRPr sz="1000">
                <a:solidFill>
                  <a:schemeClr val="accent3"/>
                </a:solidFill>
              </a:defRPr>
            </a:lvl1pPr>
          </a:lstStyle>
          <a:p>
            <a:pPr algn="r" eaLnBrk="0"/>
            <a:fld id="{F7021451-1387-4CA6-816F-3879F97B5CBC}" type="slidenum">
              <a:rPr b="0" lang="ko-KR" altLang="en-US"/>
              <a:t>12</a:t>
            </a:fld>
            <a:endParaRPr lang="ko-KR" alt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cker"/>
          <p:cNvSpPr txBox="1"/>
          <p:nvPr/>
        </p:nvSpPr>
        <p:spPr>
          <a:xfrm>
            <a:off x="548640" y="329184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 eaLnBrk="0">
              <a:buNone/>
            </a:pPr>
            <a:r>
              <a:rPr lang="ko-KR" altLang="en-US" sz="1300" b="1" dirty="0">
                <a:solidFill>
                  <a:schemeClr val="accent1"/>
                </a:solidFill>
              </a:rPr>
              <a:t>같은 명령, 다른 대상</a:t>
            </a:r>
            <a:endParaRPr lang="ko-KR" altLang="en-US" sz="1300" dirty="0"/>
          </a:p>
        </p:txBody>
      </p:sp>
      <p:sp>
        <p:nvSpPr>
          <p:cNvPr id="3" name="Text 0"/>
          <p:cNvSpPr/>
          <p:nvPr>
            <p:ph idx="100" type="title" hasCustomPrompt="1"/>
          </p:nvPr>
        </p:nvSpPr>
        <p:spPr>
          <a:xfrm>
            <a:off x="548640" y="658368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 eaLnBrk="0">
              <a:buNone/>
            </a:pPr>
            <a:r>
              <a:rPr lang="ko-KR" altLang="en-US" sz="2600" b="1" dirty="0">
                <a:solidFill>
                  <a:schemeClr val="tx1"/>
                </a:solidFill>
              </a:rPr>
              <a:t>명령을 만드는 쪽과 행동하는 쪽을 자유롭게 짝지을 수 있다</a:t>
            </a:r>
            <a:endParaRPr lang="ko-KR" altLang="en-US" sz="2600" dirty="0"/>
          </a:p>
        </p:txBody>
      </p:sp>
      <p:sp>
        <p:nvSpPr>
          <p:cNvPr id="4" name="bridge"/>
          <p:cNvSpPr txBox="1"/>
          <p:nvPr/>
        </p:nvSpPr>
        <p:spPr>
          <a:xfrm>
            <a:off x="548640" y="5870448"/>
            <a:ext cx="1109441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 eaLnBrk="0">
              <a:buNone/>
            </a:pPr>
            <a:r>
              <a:rPr lang="ko-KR" altLang="en-US" sz="1500" b="1" dirty="0">
                <a:solidFill>
                  <a:schemeClr val="accent1"/>
                </a:solidFill>
              </a:rPr>
              <a:t>다음 질문  </a:t>
            </a:r>
            <a:pPr indent="0" marL="0" eaLnBrk="0">
              <a:buNone/>
            </a:pPr>
            <a:r>
              <a:rPr lang="ko-KR" altLang="en-US" sz="1500" dirty="0">
                <a:solidFill>
                  <a:schemeClr val="tx2"/>
                </a:solidFill>
              </a:rPr>
              <a:t>명령을 만드는 쪽과 실행하는 쪽 사이에 줄을 세우면 어떨까?</a:t>
            </a:r>
            <a:endParaRPr lang="ko-KR" altLang="en-US" sz="1500" dirty="0"/>
          </a:p>
        </p:txBody>
      </p:sp>
      <p:sp>
        <p:nvSpPr>
          <p:cNvPr id="6" name="box"/>
          <p:cNvSpPr/>
          <p:nvPr/>
        </p:nvSpPr>
        <p:spPr>
          <a:xfrm>
            <a:off x="731520" y="2011680"/>
            <a:ext cx="3017520" cy="822960"/>
          </a:xfrm>
          <a:prstGeom prst="roundRect">
            <a:avLst>
              <a:gd name="adj" fmla="val 8889"/>
            </a:avLst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731520" y="2011680"/>
            <a:ext cx="3017520" cy="8229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ctr" indent="0" marL="0" eaLnBrk="0">
              <a:buNone/>
            </a:pPr>
            <a:r>
              <a:rPr lang="ko-KR" altLang="en-US" sz="1500" b="1" dirty="0">
                <a:solidFill>
                  <a:schemeClr val="bg1"/>
                </a:solidFill>
              </a:rPr>
              <a:t>입력 처리기 (플레이어)</a:t>
            </a:r>
            <a:endParaRPr lang="ko-KR" altLang="en-US" sz="1500" dirty="0"/>
          </a:p>
        </p:txBody>
      </p:sp>
      <p:sp>
        <p:nvSpPr>
          <p:cNvPr id="8" name="box"/>
          <p:cNvSpPr/>
          <p:nvPr/>
        </p:nvSpPr>
        <p:spPr>
          <a:xfrm>
            <a:off x="731520" y="3931920"/>
            <a:ext cx="3017520" cy="822960"/>
          </a:xfrm>
          <a:prstGeom prst="roundRect">
            <a:avLst>
              <a:gd name="adj" fmla="val 8889"/>
            </a:avLst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731520" y="3931920"/>
            <a:ext cx="3017520" cy="8229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ctr" indent="0" marL="0" eaLnBrk="0">
              <a:buNone/>
            </a:pPr>
            <a:r>
              <a:rPr lang="ko-KR" altLang="en-US" sz="1500" b="1" dirty="0">
                <a:solidFill>
                  <a:schemeClr val="bg1"/>
                </a:solidFill>
              </a:rPr>
              <a:t>AI</a:t>
            </a:r>
            <a:endParaRPr lang="ko-KR" altLang="en-US" sz="1500" dirty="0"/>
          </a:p>
        </p:txBody>
      </p:sp>
      <p:sp>
        <p:nvSpPr>
          <p:cNvPr id="10" name="box"/>
          <p:cNvSpPr/>
          <p:nvPr/>
        </p:nvSpPr>
        <p:spPr>
          <a:xfrm>
            <a:off x="4572000" y="2971800"/>
            <a:ext cx="3017520" cy="822960"/>
          </a:xfrm>
          <a:prstGeom prst="roundRect">
            <a:avLst>
              <a:gd name="adj" fmla="val 8889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4572000" y="2971800"/>
            <a:ext cx="3017520" cy="8229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ctr" indent="0" marL="0" eaLnBrk="0">
              <a:buNone/>
            </a:pPr>
            <a:r>
              <a:rPr lang="ko-KR" altLang="en-US" sz="1400" b="1" dirty="0">
                <a:solidFill>
                  <a:schemeClr val="bg1"/>
                </a:solidFill>
              </a:rPr>
              <a:t>명령 객체</a:t>
            </a:r>
            <a:endParaRPr lang="ko-KR" altLang="en-US" sz="1400" dirty="0"/>
          </a:p>
          <a:p>
            <a:pPr algn="ctr" indent="0" marL="0" eaLnBrk="0">
              <a:buNone/>
            </a:pPr>
            <a:r>
              <a:rPr lang="ko-KR" altLang="en-US" sz="1400" b="1" dirty="0">
                <a:solidFill>
                  <a:schemeClr val="bg1"/>
                </a:solidFill>
              </a:rPr>
              <a:t>JumpCommand · FireCommand</a:t>
            </a:r>
            <a:endParaRPr lang="ko-KR" altLang="en-US" sz="1400" dirty="0"/>
          </a:p>
        </p:txBody>
      </p:sp>
      <p:sp>
        <p:nvSpPr>
          <p:cNvPr id="12" name="box"/>
          <p:cNvSpPr/>
          <p:nvPr/>
        </p:nvSpPr>
        <p:spPr>
          <a:xfrm>
            <a:off x="8412480" y="2011680"/>
            <a:ext cx="3017520" cy="822960"/>
          </a:xfrm>
          <a:prstGeom prst="roundRect">
            <a:avLst>
              <a:gd name="adj" fmla="val 8889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8412480" y="2011680"/>
            <a:ext cx="3017520" cy="8229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ctr" indent="0" marL="0" eaLnBrk="0">
              <a:buNone/>
            </a:pPr>
            <a:r>
              <a:rPr lang="ko-KR" altLang="en-US" sz="1500" b="1" dirty="0">
                <a:solidFill>
                  <a:schemeClr val="tx1"/>
                </a:solidFill>
              </a:rPr>
              <a:t>플레이어 캐릭터</a:t>
            </a:r>
            <a:endParaRPr lang="ko-KR" altLang="en-US" sz="1500" dirty="0"/>
          </a:p>
        </p:txBody>
      </p:sp>
      <p:sp>
        <p:nvSpPr>
          <p:cNvPr id="14" name="box"/>
          <p:cNvSpPr/>
          <p:nvPr/>
        </p:nvSpPr>
        <p:spPr>
          <a:xfrm>
            <a:off x="8412480" y="3931920"/>
            <a:ext cx="3017520" cy="822960"/>
          </a:xfrm>
          <a:prstGeom prst="roundRect">
            <a:avLst>
              <a:gd name="adj" fmla="val 8889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5" name="Text 12"/>
          <p:cNvSpPr txBox="1"/>
          <p:nvPr/>
        </p:nvSpPr>
        <p:spPr>
          <a:xfrm>
            <a:off x="8412480" y="3931920"/>
            <a:ext cx="3017520" cy="8229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ctr" indent="0" marL="0" eaLnBrk="0">
              <a:buNone/>
            </a:pPr>
            <a:r>
              <a:rPr lang="ko-KR" altLang="en-US" sz="1500" b="1" dirty="0">
                <a:solidFill>
                  <a:schemeClr val="tx1"/>
                </a:solidFill>
              </a:rPr>
              <a:t>적 캐릭터</a:t>
            </a:r>
            <a:endParaRPr lang="ko-KR" altLang="en-US" sz="1500" dirty="0"/>
          </a:p>
        </p:txBody>
      </p:sp>
      <p:sp>
        <p:nvSpPr>
          <p:cNvPr id="16" name="Shape 13"/>
          <p:cNvSpPr/>
          <p:nvPr/>
        </p:nvSpPr>
        <p:spPr>
          <a:xfrm>
            <a:off x="3749040" y="2423160"/>
            <a:ext cx="822960" cy="822960"/>
          </a:xfrm>
          <a:prstGeom prst="line">
            <a:avLst/>
          </a:prstGeom>
          <a:noFill/>
          <a:ln w="22225">
            <a:solidFill>
              <a:schemeClr val="accent3"/>
            </a:solidFill>
            <a:prstDash val="solid"/>
            <a:tailEnd type="triangle"/>
          </a:ln>
        </p:spPr>
      </p:sp>
      <p:sp>
        <p:nvSpPr>
          <p:cNvPr id="17" name="Shape 14"/>
          <p:cNvSpPr/>
          <p:nvPr/>
        </p:nvSpPr>
        <p:spPr>
          <a:xfrm flipV="1">
            <a:off x="3749040" y="3611880"/>
            <a:ext cx="822960" cy="731520"/>
          </a:xfrm>
          <a:prstGeom prst="line">
            <a:avLst/>
          </a:prstGeom>
          <a:noFill/>
          <a:ln w="22225">
            <a:solidFill>
              <a:schemeClr val="accent3"/>
            </a:solidFill>
            <a:prstDash val="solid"/>
            <a:tailEnd type="triangle"/>
          </a:ln>
        </p:spPr>
      </p:sp>
      <p:sp>
        <p:nvSpPr>
          <p:cNvPr id="18" name="Shape 15"/>
          <p:cNvSpPr/>
          <p:nvPr/>
        </p:nvSpPr>
        <p:spPr>
          <a:xfrm flipV="1">
            <a:off x="7589520" y="2423160"/>
            <a:ext cx="822960" cy="822960"/>
          </a:xfrm>
          <a:prstGeom prst="line">
            <a:avLst/>
          </a:prstGeom>
          <a:noFill/>
          <a:ln w="22225">
            <a:solidFill>
              <a:schemeClr val="accent3"/>
            </a:solidFill>
            <a:prstDash val="solid"/>
            <a:tailEnd type="triangle"/>
          </a:ln>
        </p:spPr>
      </p:sp>
      <p:sp>
        <p:nvSpPr>
          <p:cNvPr id="19" name="Shape 16"/>
          <p:cNvSpPr/>
          <p:nvPr/>
        </p:nvSpPr>
        <p:spPr>
          <a:xfrm>
            <a:off x="7589520" y="3611880"/>
            <a:ext cx="822960" cy="731520"/>
          </a:xfrm>
          <a:prstGeom prst="line">
            <a:avLst/>
          </a:prstGeom>
          <a:noFill/>
          <a:ln w="22225">
            <a:solidFill>
              <a:schemeClr val="accent3"/>
            </a:solidFill>
            <a:prstDash val="solid"/>
            <a:tailEnd type="triangle"/>
          </a:ln>
        </p:spPr>
      </p:sp>
      <p:sp>
        <p:nvSpPr>
          <p:cNvPr id="20" name="Text 17"/>
          <p:cNvSpPr txBox="1"/>
          <p:nvPr/>
        </p:nvSpPr>
        <p:spPr>
          <a:xfrm>
            <a:off x="731520" y="1600200"/>
            <a:ext cx="3017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 eaLnBrk="0">
              <a:buNone/>
            </a:pPr>
            <a:r>
              <a:rPr lang="ko-KR" altLang="en-US" sz="1300" b="1" dirty="0">
                <a:solidFill>
                  <a:schemeClr val="accent5"/>
                </a:solidFill>
              </a:rPr>
              <a:t>만드는 쪽</a:t>
            </a:r>
            <a:endParaRPr lang="ko-KR" altLang="en-US" sz="1300" dirty="0"/>
          </a:p>
        </p:txBody>
      </p:sp>
      <p:sp>
        <p:nvSpPr>
          <p:cNvPr id="21" name="Text 18"/>
          <p:cNvSpPr txBox="1"/>
          <p:nvPr/>
        </p:nvSpPr>
        <p:spPr>
          <a:xfrm>
            <a:off x="8412480" y="1600200"/>
            <a:ext cx="3017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 eaLnBrk="0">
              <a:buNone/>
            </a:pPr>
            <a:r>
              <a:rPr lang="ko-KR" altLang="en-US" sz="1300" b="1" dirty="0">
                <a:solidFill>
                  <a:schemeClr val="accent5"/>
                </a:solidFill>
              </a:rPr>
              <a:t>실행할 대상</a:t>
            </a:r>
            <a:endParaRPr lang="ko-KR" altLang="en-US" sz="1300" dirty="0"/>
          </a:p>
        </p:txBody>
      </p:sp>
      <p:sp>
        <p:nvSpPr>
          <p:cNvPr id="22" name="Text 19"/>
          <p:cNvSpPr txBox="1"/>
          <p:nvPr/>
        </p:nvSpPr>
        <p:spPr>
          <a:xfrm>
            <a:off x="548640" y="5120640"/>
            <a:ext cx="1109441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 eaLnBrk="0">
              <a:buNone/>
            </a:pPr>
            <a:r>
              <a:rPr lang="ko-KR" altLang="en-US" sz="1500" b="1" dirty="0">
                <a:solidFill>
                  <a:schemeClr val="tx1"/>
                </a:solidFill>
              </a:rPr>
              <a:t>예: </a:t>
            </a:r>
            <a:pPr indent="0" marL="0" eaLnBrk="0">
              <a:buNone/>
            </a:pPr>
            <a:r>
              <a:rPr lang="ko-KR" altLang="en-US" sz="1500" dirty="0">
                <a:solidFill>
                  <a:schemeClr val="tx2"/>
                </a:solidFill>
              </a:rPr>
              <a:t>AI가 만든 명령을 플레이어 캐릭터에 실행하면, 사람이 조작하지 않아도 움직이는 데모 화면이 된다.</a:t>
            </a:r>
            <a:endParaRPr lang="ko-KR" alt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11535" y="6400800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 eaLnBrk="0">
              <a:defRPr sz="1000">
                <a:solidFill>
                  <a:schemeClr val="accent3"/>
                </a:solidFill>
              </a:defRPr>
            </a:lvl1pPr>
          </a:lstStyle>
          <a:p>
            <a:pPr algn="r" eaLnBrk="0"/>
            <a:fld id="{F7021451-1387-4CA6-816F-3879F97B5CBC}" type="slidenum">
              <a:rPr b="0" lang="ko-KR" altLang="en-US"/>
              <a:t>13</a:t>
            </a:fld>
            <a:endParaRPr lang="ko-KR" alt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cker"/>
          <p:cNvSpPr txBox="1"/>
          <p:nvPr/>
        </p:nvSpPr>
        <p:spPr>
          <a:xfrm>
            <a:off x="548640" y="329184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 eaLnBrk="0">
              <a:buNone/>
            </a:pPr>
            <a:r>
              <a:rPr lang="ko-KR" altLang="en-US" sz="1300" b="1" dirty="0">
                <a:solidFill>
                  <a:schemeClr val="accent1"/>
                </a:solidFill>
              </a:rPr>
              <a:t>명령의 흐름</a:t>
            </a:r>
            <a:endParaRPr lang="ko-KR" altLang="en-US" sz="1300" dirty="0"/>
          </a:p>
        </p:txBody>
      </p:sp>
      <p:sp>
        <p:nvSpPr>
          <p:cNvPr id="3" name="Text 0"/>
          <p:cNvSpPr/>
          <p:nvPr>
            <p:ph idx="100" type="title" hasCustomPrompt="1"/>
          </p:nvPr>
        </p:nvSpPr>
        <p:spPr>
          <a:xfrm>
            <a:off x="548640" y="658368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 eaLnBrk="0">
              <a:buNone/>
            </a:pPr>
            <a:r>
              <a:rPr lang="ko-KR" altLang="en-US" sz="2600" b="1" dirty="0">
                <a:solidFill>
                  <a:schemeClr val="tx1"/>
                </a:solidFill>
              </a:rPr>
              <a:t>명령을 줄 세우면 만드는 쪽과 실행하는 쪽이 떨어진다</a:t>
            </a:r>
            <a:endParaRPr lang="ko-KR" altLang="en-US" sz="2600" dirty="0"/>
          </a:p>
        </p:txBody>
      </p:sp>
      <p:sp>
        <p:nvSpPr>
          <p:cNvPr id="4" name="bridge"/>
          <p:cNvSpPr txBox="1"/>
          <p:nvPr/>
        </p:nvSpPr>
        <p:spPr>
          <a:xfrm>
            <a:off x="548640" y="5870448"/>
            <a:ext cx="1109441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 eaLnBrk="0">
              <a:buNone/>
            </a:pPr>
            <a:r>
              <a:rPr lang="ko-KR" altLang="en-US" sz="1500" b="1" dirty="0">
                <a:solidFill>
                  <a:schemeClr val="accent1"/>
                </a:solidFill>
              </a:rPr>
              <a:t>다음 질문  </a:t>
            </a:r>
            <a:pPr indent="0" marL="0" eaLnBrk="0">
              <a:buNone/>
            </a:pPr>
            <a:r>
              <a:rPr lang="ko-KR" altLang="en-US" sz="1500" dirty="0">
                <a:solidFill>
                  <a:schemeClr val="tx2"/>
                </a:solidFill>
              </a:rPr>
              <a:t>명령을 저장할 수 있다면, 실행한 것을 되돌릴 수도 있지 않을까?</a:t>
            </a:r>
            <a:endParaRPr lang="ko-KR" altLang="en-US" sz="1500" dirty="0"/>
          </a:p>
        </p:txBody>
      </p:sp>
      <p:sp>
        <p:nvSpPr>
          <p:cNvPr id="6" name="box"/>
          <p:cNvSpPr/>
          <p:nvPr/>
        </p:nvSpPr>
        <p:spPr>
          <a:xfrm>
            <a:off x="548640" y="2286000"/>
            <a:ext cx="2377440" cy="1005840"/>
          </a:xfrm>
          <a:prstGeom prst="roundRect">
            <a:avLst>
              <a:gd name="adj" fmla="val 7273"/>
            </a:avLst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548640" y="2286000"/>
            <a:ext cx="2377440" cy="10058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ctr" indent="0" marL="0" eaLnBrk="0">
              <a:buNone/>
            </a:pPr>
            <a:r>
              <a:rPr lang="ko-KR" altLang="en-US" sz="1500" b="1" dirty="0">
                <a:solidFill>
                  <a:schemeClr val="bg1"/>
                </a:solidFill>
              </a:rPr>
              <a:t>생산자</a:t>
            </a:r>
            <a:endParaRPr lang="ko-KR" altLang="en-US" sz="1500" dirty="0"/>
          </a:p>
          <a:p>
            <a:pPr algn="ctr" indent="0" marL="0" eaLnBrk="0">
              <a:buNone/>
            </a:pPr>
            <a:r>
              <a:rPr lang="ko-KR" altLang="en-US" sz="1500" b="1" dirty="0">
                <a:solidFill>
                  <a:schemeClr val="bg1"/>
                </a:solidFill>
              </a:rPr>
              <a:t>입력 처리기 · AI</a:t>
            </a:r>
            <a:endParaRPr lang="ko-KR" altLang="en-US" sz="1500" dirty="0"/>
          </a:p>
        </p:txBody>
      </p:sp>
      <p:sp>
        <p:nvSpPr>
          <p:cNvPr id="8" name="Shape 5"/>
          <p:cNvSpPr/>
          <p:nvPr/>
        </p:nvSpPr>
        <p:spPr>
          <a:xfrm>
            <a:off x="3657600" y="2148840"/>
            <a:ext cx="4754880" cy="1280160"/>
          </a:xfrm>
          <a:prstGeom prst="roundRect">
            <a:avLst>
              <a:gd name="adj" fmla="val 5714"/>
            </a:avLst>
          </a:prstGeom>
          <a:solidFill>
            <a:schemeClr val="bg2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3840480" y="219456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 eaLnBrk="0">
              <a:buNone/>
            </a:pPr>
            <a:r>
              <a:rPr lang="ko-KR" altLang="en-US" sz="1300" b="1" dirty="0">
                <a:solidFill>
                  <a:schemeClr val="accent5"/>
                </a:solidFill>
              </a:rPr>
              <a:t>명령 줄(큐)</a:t>
            </a:r>
            <a:endParaRPr lang="ko-KR" altLang="en-US" sz="1300" dirty="0"/>
          </a:p>
        </p:txBody>
      </p:sp>
      <p:sp>
        <p:nvSpPr>
          <p:cNvPr id="10" name="box"/>
          <p:cNvSpPr/>
          <p:nvPr/>
        </p:nvSpPr>
        <p:spPr>
          <a:xfrm>
            <a:off x="3886200" y="2606040"/>
            <a:ext cx="1005840" cy="640080"/>
          </a:xfrm>
          <a:prstGeom prst="roundRect">
            <a:avLst>
              <a:gd name="adj" fmla="val 11429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3886200" y="2606040"/>
            <a:ext cx="1005840" cy="6400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ctr" indent="0" marL="0" eaLnBrk="0">
              <a:buNone/>
            </a:pPr>
            <a:r>
              <a:rPr lang="ko-KR" altLang="en-US" sz="1300" b="1" dirty="0">
                <a:solidFill>
                  <a:schemeClr val="bg1"/>
                </a:solidFill>
              </a:rPr>
              <a:t>점프</a:t>
            </a:r>
            <a:endParaRPr lang="ko-KR" altLang="en-US" sz="1300" dirty="0"/>
          </a:p>
        </p:txBody>
      </p:sp>
      <p:sp>
        <p:nvSpPr>
          <p:cNvPr id="12" name="box"/>
          <p:cNvSpPr/>
          <p:nvPr/>
        </p:nvSpPr>
        <p:spPr>
          <a:xfrm>
            <a:off x="5001768" y="2606040"/>
            <a:ext cx="1005840" cy="640080"/>
          </a:xfrm>
          <a:prstGeom prst="roundRect">
            <a:avLst>
              <a:gd name="adj" fmla="val 11429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5001768" y="2606040"/>
            <a:ext cx="1005840" cy="6400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ctr" indent="0" marL="0" eaLnBrk="0">
              <a:buNone/>
            </a:pPr>
            <a:r>
              <a:rPr lang="ko-KR" altLang="en-US" sz="1300" b="1" dirty="0">
                <a:solidFill>
                  <a:schemeClr val="bg1"/>
                </a:solidFill>
              </a:rPr>
              <a:t>이동</a:t>
            </a:r>
            <a:endParaRPr lang="ko-KR" altLang="en-US" sz="1300" dirty="0"/>
          </a:p>
        </p:txBody>
      </p:sp>
      <p:sp>
        <p:nvSpPr>
          <p:cNvPr id="14" name="box"/>
          <p:cNvSpPr/>
          <p:nvPr/>
        </p:nvSpPr>
        <p:spPr>
          <a:xfrm>
            <a:off x="6117336" y="2606040"/>
            <a:ext cx="1005840" cy="640080"/>
          </a:xfrm>
          <a:prstGeom prst="roundRect">
            <a:avLst>
              <a:gd name="adj" fmla="val 11429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5" name="Text 12"/>
          <p:cNvSpPr txBox="1"/>
          <p:nvPr/>
        </p:nvSpPr>
        <p:spPr>
          <a:xfrm>
            <a:off x="6117336" y="2606040"/>
            <a:ext cx="1005840" cy="6400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ctr" indent="0" marL="0" eaLnBrk="0">
              <a:buNone/>
            </a:pPr>
            <a:r>
              <a:rPr lang="ko-KR" altLang="en-US" sz="1300" b="1" dirty="0">
                <a:solidFill>
                  <a:schemeClr val="bg1"/>
                </a:solidFill>
              </a:rPr>
              <a:t>총 쏘기</a:t>
            </a:r>
            <a:endParaRPr lang="ko-KR" altLang="en-US" sz="1300" dirty="0"/>
          </a:p>
        </p:txBody>
      </p:sp>
      <p:sp>
        <p:nvSpPr>
          <p:cNvPr id="16" name="box"/>
          <p:cNvSpPr/>
          <p:nvPr/>
        </p:nvSpPr>
        <p:spPr>
          <a:xfrm>
            <a:off x="7232904" y="2606040"/>
            <a:ext cx="1005840" cy="640080"/>
          </a:xfrm>
          <a:prstGeom prst="roundRect">
            <a:avLst>
              <a:gd name="adj" fmla="val 11429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7232904" y="2606040"/>
            <a:ext cx="1005840" cy="6400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ctr" indent="0" marL="0" eaLnBrk="0">
              <a:buNone/>
            </a:pPr>
            <a:r>
              <a:rPr lang="ko-KR" altLang="en-US" sz="1300" b="1" dirty="0">
                <a:solidFill>
                  <a:schemeClr val="bg1"/>
                </a:solidFill>
              </a:rPr>
              <a:t>점프</a:t>
            </a:r>
            <a:endParaRPr lang="ko-KR" altLang="en-US" sz="1300" dirty="0"/>
          </a:p>
        </p:txBody>
      </p:sp>
      <p:sp>
        <p:nvSpPr>
          <p:cNvPr id="18" name="box"/>
          <p:cNvSpPr/>
          <p:nvPr/>
        </p:nvSpPr>
        <p:spPr>
          <a:xfrm>
            <a:off x="9144000" y="2286000"/>
            <a:ext cx="2468880" cy="1005840"/>
          </a:xfrm>
          <a:prstGeom prst="roundRect">
            <a:avLst>
              <a:gd name="adj" fmla="val 7273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9" name="Text 16"/>
          <p:cNvSpPr txBox="1"/>
          <p:nvPr/>
        </p:nvSpPr>
        <p:spPr>
          <a:xfrm>
            <a:off x="9144000" y="2286000"/>
            <a:ext cx="2468880" cy="10058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ctr" indent="0" marL="0" eaLnBrk="0">
              <a:buNone/>
            </a:pPr>
            <a:r>
              <a:rPr lang="ko-KR" altLang="en-US" sz="1500" b="1" dirty="0">
                <a:solidFill>
                  <a:schemeClr val="tx1"/>
                </a:solidFill>
              </a:rPr>
              <a:t>소비자</a:t>
            </a:r>
            <a:endParaRPr lang="ko-KR" altLang="en-US" sz="1500" dirty="0"/>
          </a:p>
          <a:p>
            <a:pPr algn="ctr" indent="0" marL="0" eaLnBrk="0">
              <a:buNone/>
            </a:pPr>
            <a:r>
              <a:rPr lang="ko-KR" altLang="en-US" sz="1500" b="1" dirty="0">
                <a:solidFill>
                  <a:schemeClr val="tx1"/>
                </a:solidFill>
              </a:rPr>
              <a:t>캐릭터</a:t>
            </a:r>
            <a:endParaRPr lang="ko-KR" altLang="en-US" sz="1500" dirty="0"/>
          </a:p>
        </p:txBody>
      </p:sp>
      <p:sp>
        <p:nvSpPr>
          <p:cNvPr id="20" name="Shape 17"/>
          <p:cNvSpPr/>
          <p:nvPr/>
        </p:nvSpPr>
        <p:spPr>
          <a:xfrm>
            <a:off x="2971800" y="2788920"/>
            <a:ext cx="640080" cy="914"/>
          </a:xfrm>
          <a:prstGeom prst="line">
            <a:avLst/>
          </a:prstGeom>
          <a:noFill/>
          <a:ln w="22225">
            <a:solidFill>
              <a:schemeClr val="accent3"/>
            </a:solidFill>
            <a:prstDash val="solid"/>
            <a:tailEnd type="triangle"/>
          </a:ln>
        </p:spPr>
      </p:sp>
      <p:sp>
        <p:nvSpPr>
          <p:cNvPr id="21" name="Shape 18"/>
          <p:cNvSpPr/>
          <p:nvPr/>
        </p:nvSpPr>
        <p:spPr>
          <a:xfrm>
            <a:off x="8458200" y="2788920"/>
            <a:ext cx="640080" cy="914"/>
          </a:xfrm>
          <a:prstGeom prst="line">
            <a:avLst/>
          </a:prstGeom>
          <a:noFill/>
          <a:ln w="22225">
            <a:solidFill>
              <a:schemeClr val="accent3"/>
            </a:solidFill>
            <a:prstDash val="solid"/>
            <a:tailEnd type="triangle"/>
          </a:ln>
        </p:spPr>
      </p:sp>
      <p:sp>
        <p:nvSpPr>
          <p:cNvPr id="22" name="card"/>
          <p:cNvSpPr/>
          <p:nvPr/>
        </p:nvSpPr>
        <p:spPr>
          <a:xfrm>
            <a:off x="548640" y="3840480"/>
            <a:ext cx="5440680" cy="1783080"/>
          </a:xfrm>
          <a:prstGeom prst="roundRect">
            <a:avLst>
              <a:gd name="adj" fmla="val 5128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3" name="Text 20"/>
          <p:cNvSpPr txBox="1"/>
          <p:nvPr/>
        </p:nvSpPr>
        <p:spPr>
          <a:xfrm>
            <a:off x="777240" y="4059936"/>
            <a:ext cx="5029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 eaLnBrk="0">
              <a:buNone/>
            </a:pPr>
            <a:r>
              <a:rPr lang="ko-KR" altLang="en-US" sz="1700" b="1" dirty="0">
                <a:solidFill>
                  <a:schemeClr val="tx1"/>
                </a:solidFill>
              </a:rPr>
              <a:t>서로 몰라도 된다</a:t>
            </a:r>
            <a:endParaRPr lang="ko-KR" altLang="en-US" sz="1700" dirty="0"/>
          </a:p>
        </p:txBody>
      </p:sp>
      <p:sp>
        <p:nvSpPr>
          <p:cNvPr id="24" name="Text 21"/>
          <p:cNvSpPr txBox="1"/>
          <p:nvPr/>
        </p:nvSpPr>
        <p:spPr>
          <a:xfrm>
            <a:off x="777240" y="4617720"/>
            <a:ext cx="49834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 eaLnBrk="0">
              <a:spcAft>
                <a:spcPts val="400"/>
              </a:spcAft>
              <a:buNone/>
            </a:pPr>
            <a:r>
              <a:rPr lang="ko-KR" altLang="en-US" sz="1400" dirty="0">
                <a:solidFill>
                  <a:schemeClr val="tx2"/>
                </a:solidFill>
              </a:rPr>
              <a:t>생산자는 명령을 줄에 넣기만 하고, 소비자는 줄에서 꺼내 실행하기만 한다.</a:t>
            </a:r>
            <a:endParaRPr lang="ko-KR" altLang="en-US" sz="1400" dirty="0"/>
          </a:p>
        </p:txBody>
      </p:sp>
      <p:sp>
        <p:nvSpPr>
          <p:cNvPr id="25" name="card"/>
          <p:cNvSpPr/>
          <p:nvPr/>
        </p:nvSpPr>
        <p:spPr>
          <a:xfrm>
            <a:off x="6217920" y="3840480"/>
            <a:ext cx="5425135" cy="1783080"/>
          </a:xfrm>
          <a:prstGeom prst="roundRect">
            <a:avLst>
              <a:gd name="adj" fmla="val 5128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6" name="Text 23"/>
          <p:cNvSpPr txBox="1"/>
          <p:nvPr/>
        </p:nvSpPr>
        <p:spPr>
          <a:xfrm>
            <a:off x="6446520" y="4059936"/>
            <a:ext cx="501365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 eaLnBrk="0">
              <a:buNone/>
            </a:pPr>
            <a:r>
              <a:rPr lang="ko-KR" altLang="en-US" sz="1700" b="1" dirty="0">
                <a:solidFill>
                  <a:schemeClr val="tx1"/>
                </a:solidFill>
              </a:rPr>
              <a:t>보내고 재생한다</a:t>
            </a:r>
            <a:endParaRPr lang="ko-KR" altLang="en-US" sz="1700" dirty="0"/>
          </a:p>
        </p:txBody>
      </p:sp>
      <p:sp>
        <p:nvSpPr>
          <p:cNvPr id="27" name="Text 24"/>
          <p:cNvSpPr txBox="1"/>
          <p:nvPr/>
        </p:nvSpPr>
        <p:spPr>
          <a:xfrm>
            <a:off x="6446520" y="4617720"/>
            <a:ext cx="496793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 eaLnBrk="0">
              <a:spcAft>
                <a:spcPts val="400"/>
              </a:spcAft>
              <a:buNone/>
            </a:pPr>
            <a:r>
              <a:rPr lang="ko-KR" altLang="en-US" sz="1400" dirty="0">
                <a:solidFill>
                  <a:schemeClr val="tx2"/>
                </a:solidFill>
              </a:rPr>
              <a:t>명령의 흐름을 직렬화해 네트워크로 보내면, 다른 컴퓨터에서 같은 행동을 재생할 수 있다.</a:t>
            </a:r>
            <a:endParaRPr lang="ko-KR" alt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11535" y="6400800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 eaLnBrk="0">
              <a:defRPr sz="1000">
                <a:solidFill>
                  <a:schemeClr val="accent3"/>
                </a:solidFill>
              </a:defRPr>
            </a:lvl1pPr>
          </a:lstStyle>
          <a:p>
            <a:pPr algn="r" eaLnBrk="0"/>
            <a:fld id="{F7021451-1387-4CA6-816F-3879F97B5CBC}" type="slidenum">
              <a:rPr b="0" lang="ko-KR" altLang="en-US"/>
              <a:t>14</a:t>
            </a:fld>
            <a:endParaRPr lang="ko-KR" alt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art"/>
          <p:cNvSpPr txBox="1"/>
          <p:nvPr/>
        </p:nvSpPr>
        <p:spPr>
          <a:xfrm>
            <a:off x="548640" y="2148840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 eaLnBrk="0">
              <a:buNone/>
            </a:pPr>
            <a:r>
              <a:rPr lang="ko-KR" altLang="en-US" sz="1600" b="1" dirty="0">
                <a:solidFill>
                  <a:schemeClr val="accent1"/>
                </a:solidFill>
              </a:rPr>
              <a:t>3부</a:t>
            </a:r>
            <a:endParaRPr lang="ko-KR" altLang="en-US" sz="1600" dirty="0"/>
          </a:p>
        </p:txBody>
      </p:sp>
      <p:sp>
        <p:nvSpPr>
          <p:cNvPr id="3" name="Text 0"/>
          <p:cNvSpPr/>
          <p:nvPr>
            <p:ph idx="100" type="title" hasCustomPrompt="1"/>
          </p:nvPr>
        </p:nvSpPr>
        <p:spPr>
          <a:xfrm>
            <a:off x="548640" y="2651760"/>
            <a:ext cx="11094415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 eaLnBrk="0">
              <a:buNone/>
            </a:pPr>
            <a:r>
              <a:rPr lang="ko-KR" altLang="en-US" sz="3600" b="1" dirty="0">
                <a:solidFill>
                  <a:schemeClr val="bg1"/>
                </a:solidFill>
              </a:rPr>
              <a:t>되돌리기와 다시 하기</a:t>
            </a:r>
            <a:endParaRPr lang="ko-KR" altLang="en-US" sz="3600" dirty="0"/>
          </a:p>
        </p:txBody>
      </p:sp>
      <p:sp>
        <p:nvSpPr>
          <p:cNvPr id="4" name="Text 0"/>
          <p:cNvSpPr/>
          <p:nvPr>
            <p:ph idx="101" type="body" hasCustomPrompt="1"/>
          </p:nvPr>
        </p:nvSpPr>
        <p:spPr>
          <a:xfrm>
            <a:off x="548640" y="3794760"/>
            <a:ext cx="11094415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 eaLnBrk="0">
              <a:buNone/>
            </a:pPr>
            <a:r>
              <a:rPr lang="ko-KR" altLang="en-US" sz="1800" dirty="0">
                <a:solidFill>
                  <a:schemeClr val="accent3"/>
                </a:solidFill>
              </a:rPr>
              <a:t>원서: 실행 취소와 재실행</a:t>
            </a:r>
            <a:endParaRPr lang="ko-KR" alt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11535" y="6400800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 eaLnBrk="0">
              <a:defRPr sz="1000">
                <a:solidFill>
                  <a:schemeClr val="accent3"/>
                </a:solidFill>
              </a:defRPr>
            </a:lvl1pPr>
          </a:lstStyle>
          <a:p>
            <a:pPr algn="r" eaLnBrk="0"/>
            <a:fld id="{F7021451-1387-4CA6-816F-3879F97B5CBC}" type="slidenum">
              <a:rPr b="0" lang="ko-KR" altLang="en-US"/>
              <a:t>15</a:t>
            </a:fld>
            <a:endParaRPr lang="ko-KR" alt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cker"/>
          <p:cNvSpPr txBox="1"/>
          <p:nvPr/>
        </p:nvSpPr>
        <p:spPr>
          <a:xfrm>
            <a:off x="548640" y="329184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 eaLnBrk="0">
              <a:buNone/>
            </a:pPr>
            <a:r>
              <a:rPr lang="ko-KR" altLang="en-US" sz="1300" b="1" dirty="0">
                <a:solidFill>
                  <a:schemeClr val="accent1"/>
                </a:solidFill>
              </a:rPr>
              <a:t>새 요구</a:t>
            </a:r>
            <a:endParaRPr lang="ko-KR" altLang="en-US" sz="1300" dirty="0"/>
          </a:p>
        </p:txBody>
      </p:sp>
      <p:sp>
        <p:nvSpPr>
          <p:cNvPr id="3" name="Text 0"/>
          <p:cNvSpPr/>
          <p:nvPr>
            <p:ph idx="100" type="title" hasCustomPrompt="1"/>
          </p:nvPr>
        </p:nvSpPr>
        <p:spPr>
          <a:xfrm>
            <a:off x="548640" y="658368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 eaLnBrk="0">
              <a:buNone/>
            </a:pPr>
            <a:r>
              <a:rPr lang="ko-KR" altLang="en-US" sz="2600" b="1" dirty="0">
                <a:solidFill>
                  <a:schemeClr val="tx1"/>
                </a:solidFill>
              </a:rPr>
              <a:t>턴제 전략 게임에서 유닛 이동을 되돌리고 싶다</a:t>
            </a:r>
            <a:endParaRPr lang="ko-KR" altLang="en-US" sz="2600" dirty="0"/>
          </a:p>
        </p:txBody>
      </p:sp>
      <p:sp>
        <p:nvSpPr>
          <p:cNvPr id="4" name="bridge"/>
          <p:cNvSpPr txBox="1"/>
          <p:nvPr/>
        </p:nvSpPr>
        <p:spPr>
          <a:xfrm>
            <a:off x="548640" y="5870448"/>
            <a:ext cx="1109441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 eaLnBrk="0">
              <a:buNone/>
            </a:pPr>
            <a:r>
              <a:rPr lang="ko-KR" altLang="en-US" sz="1500" b="1" dirty="0">
                <a:solidFill>
                  <a:schemeClr val="accent1"/>
                </a:solidFill>
              </a:rPr>
              <a:t>다음 질문  </a:t>
            </a:r>
            <a:pPr indent="0" marL="0" eaLnBrk="0">
              <a:buNone/>
            </a:pPr>
            <a:r>
              <a:rPr lang="ko-KR" altLang="en-US" sz="1500" dirty="0">
                <a:solidFill>
                  <a:schemeClr val="tx2"/>
                </a:solidFill>
              </a:rPr>
              <a:t>되돌리려면 이동 명령은 무엇을 더 기억해야 할까?</a:t>
            </a:r>
            <a:endParaRPr lang="ko-KR" altLang="en-US" sz="1500" dirty="0"/>
          </a:p>
        </p:txBody>
      </p:sp>
      <p:sp>
        <p:nvSpPr>
          <p:cNvPr id="6" name="Shape 3"/>
          <p:cNvSpPr/>
          <p:nvPr/>
        </p:nvSpPr>
        <p:spPr>
          <a:xfrm>
            <a:off x="822960" y="1783080"/>
            <a:ext cx="777240" cy="777240"/>
          </a:xfrm>
          <a:prstGeom prst="rect">
            <a:avLst/>
          </a:prstGeom>
          <a:solidFill>
            <a:schemeClr val="bg2"/>
          </a:solidFill>
          <a:ln w="12700">
            <a:solidFill>
              <a:srgbClr val="D5D9E0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1600200" y="1783080"/>
            <a:ext cx="777240" cy="777240"/>
          </a:xfrm>
          <a:prstGeom prst="rect">
            <a:avLst/>
          </a:prstGeom>
          <a:solidFill>
            <a:schemeClr val="bg2"/>
          </a:solidFill>
          <a:ln w="12700">
            <a:solidFill>
              <a:srgbClr val="D5D9E0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2377440" y="1783080"/>
            <a:ext cx="777240" cy="777240"/>
          </a:xfrm>
          <a:prstGeom prst="rect">
            <a:avLst/>
          </a:prstGeom>
          <a:solidFill>
            <a:schemeClr val="bg2"/>
          </a:solidFill>
          <a:ln w="12700">
            <a:solidFill>
              <a:srgbClr val="D5D9E0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3154680" y="1783080"/>
            <a:ext cx="777240" cy="777240"/>
          </a:xfrm>
          <a:prstGeom prst="rect">
            <a:avLst/>
          </a:prstGeom>
          <a:solidFill>
            <a:schemeClr val="bg2"/>
          </a:solidFill>
          <a:ln w="12700">
            <a:solidFill>
              <a:srgbClr val="D5D9E0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3931920" y="1783080"/>
            <a:ext cx="777240" cy="777240"/>
          </a:xfrm>
          <a:prstGeom prst="rect">
            <a:avLst/>
          </a:prstGeom>
          <a:solidFill>
            <a:schemeClr val="bg2"/>
          </a:solidFill>
          <a:ln w="12700">
            <a:solidFill>
              <a:srgbClr val="D5D9E0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822960" y="2560320"/>
            <a:ext cx="777240" cy="777240"/>
          </a:xfrm>
          <a:prstGeom prst="rect">
            <a:avLst/>
          </a:prstGeom>
          <a:solidFill>
            <a:schemeClr val="bg2"/>
          </a:solidFill>
          <a:ln w="12700">
            <a:solidFill>
              <a:srgbClr val="D5D9E0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1600200" y="2560320"/>
            <a:ext cx="777240" cy="777240"/>
          </a:xfrm>
          <a:prstGeom prst="rect">
            <a:avLst/>
          </a:prstGeom>
          <a:solidFill>
            <a:schemeClr val="bg2"/>
          </a:solidFill>
          <a:ln w="12700">
            <a:solidFill>
              <a:srgbClr val="D5D9E0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2377440" y="2560320"/>
            <a:ext cx="777240" cy="777240"/>
          </a:xfrm>
          <a:prstGeom prst="rect">
            <a:avLst/>
          </a:prstGeom>
          <a:solidFill>
            <a:schemeClr val="bg2"/>
          </a:solidFill>
          <a:ln w="12700">
            <a:solidFill>
              <a:srgbClr val="D5D9E0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3154680" y="2560320"/>
            <a:ext cx="777240" cy="777240"/>
          </a:xfrm>
          <a:prstGeom prst="rect">
            <a:avLst/>
          </a:prstGeom>
          <a:solidFill>
            <a:schemeClr val="bg2"/>
          </a:solidFill>
          <a:ln w="12700">
            <a:solidFill>
              <a:srgbClr val="D5D9E0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3931920" y="2560320"/>
            <a:ext cx="777240" cy="777240"/>
          </a:xfrm>
          <a:prstGeom prst="rect">
            <a:avLst/>
          </a:prstGeom>
          <a:solidFill>
            <a:schemeClr val="bg2"/>
          </a:solidFill>
          <a:ln w="12700">
            <a:solidFill>
              <a:srgbClr val="D5D9E0"/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822960" y="3337560"/>
            <a:ext cx="777240" cy="777240"/>
          </a:xfrm>
          <a:prstGeom prst="rect">
            <a:avLst/>
          </a:prstGeom>
          <a:solidFill>
            <a:schemeClr val="bg2"/>
          </a:solidFill>
          <a:ln w="12700">
            <a:solidFill>
              <a:srgbClr val="D5D9E0"/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1600200" y="3337560"/>
            <a:ext cx="777240" cy="777240"/>
          </a:xfrm>
          <a:prstGeom prst="rect">
            <a:avLst/>
          </a:prstGeom>
          <a:solidFill>
            <a:schemeClr val="bg2"/>
          </a:solidFill>
          <a:ln w="12700">
            <a:solidFill>
              <a:srgbClr val="D5D9E0"/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2377440" y="3337560"/>
            <a:ext cx="777240" cy="777240"/>
          </a:xfrm>
          <a:prstGeom prst="rect">
            <a:avLst/>
          </a:prstGeom>
          <a:solidFill>
            <a:schemeClr val="bg2"/>
          </a:solidFill>
          <a:ln w="12700">
            <a:solidFill>
              <a:srgbClr val="D5D9E0"/>
            </a:solidFill>
            <a:prstDash val="solid"/>
          </a:ln>
        </p:spPr>
      </p:sp>
      <p:sp>
        <p:nvSpPr>
          <p:cNvPr id="19" name="Shape 16"/>
          <p:cNvSpPr/>
          <p:nvPr/>
        </p:nvSpPr>
        <p:spPr>
          <a:xfrm>
            <a:off x="3154680" y="3337560"/>
            <a:ext cx="777240" cy="777240"/>
          </a:xfrm>
          <a:prstGeom prst="rect">
            <a:avLst/>
          </a:prstGeom>
          <a:solidFill>
            <a:schemeClr val="bg2"/>
          </a:solidFill>
          <a:ln w="12700">
            <a:solidFill>
              <a:srgbClr val="D5D9E0"/>
            </a:solidFill>
            <a:prstDash val="solid"/>
          </a:ln>
        </p:spPr>
      </p:sp>
      <p:sp>
        <p:nvSpPr>
          <p:cNvPr id="20" name="Shape 17"/>
          <p:cNvSpPr/>
          <p:nvPr/>
        </p:nvSpPr>
        <p:spPr>
          <a:xfrm>
            <a:off x="3931920" y="3337560"/>
            <a:ext cx="777240" cy="777240"/>
          </a:xfrm>
          <a:prstGeom prst="rect">
            <a:avLst/>
          </a:prstGeom>
          <a:solidFill>
            <a:schemeClr val="bg2"/>
          </a:solidFill>
          <a:ln w="12700">
            <a:solidFill>
              <a:srgbClr val="D5D9E0"/>
            </a:solidFill>
            <a:prstDash val="solid"/>
          </a:ln>
        </p:spPr>
      </p:sp>
      <p:sp>
        <p:nvSpPr>
          <p:cNvPr id="21" name="Shape 18"/>
          <p:cNvSpPr/>
          <p:nvPr/>
        </p:nvSpPr>
        <p:spPr>
          <a:xfrm>
            <a:off x="822960" y="4114800"/>
            <a:ext cx="777240" cy="777240"/>
          </a:xfrm>
          <a:prstGeom prst="rect">
            <a:avLst/>
          </a:prstGeom>
          <a:solidFill>
            <a:schemeClr val="bg2"/>
          </a:solidFill>
          <a:ln w="12700">
            <a:solidFill>
              <a:srgbClr val="D5D9E0"/>
            </a:solidFill>
            <a:prstDash val="solid"/>
          </a:ln>
        </p:spPr>
      </p:sp>
      <p:sp>
        <p:nvSpPr>
          <p:cNvPr id="22" name="Shape 19"/>
          <p:cNvSpPr/>
          <p:nvPr/>
        </p:nvSpPr>
        <p:spPr>
          <a:xfrm>
            <a:off x="1600200" y="4114800"/>
            <a:ext cx="777240" cy="777240"/>
          </a:xfrm>
          <a:prstGeom prst="rect">
            <a:avLst/>
          </a:prstGeom>
          <a:solidFill>
            <a:schemeClr val="bg2"/>
          </a:solidFill>
          <a:ln w="12700">
            <a:solidFill>
              <a:srgbClr val="D5D9E0"/>
            </a:solidFill>
            <a:prstDash val="solid"/>
          </a:ln>
        </p:spPr>
      </p:sp>
      <p:sp>
        <p:nvSpPr>
          <p:cNvPr id="23" name="Shape 20"/>
          <p:cNvSpPr/>
          <p:nvPr/>
        </p:nvSpPr>
        <p:spPr>
          <a:xfrm>
            <a:off x="2377440" y="4114800"/>
            <a:ext cx="777240" cy="777240"/>
          </a:xfrm>
          <a:prstGeom prst="rect">
            <a:avLst/>
          </a:prstGeom>
          <a:solidFill>
            <a:schemeClr val="bg2"/>
          </a:solidFill>
          <a:ln w="12700">
            <a:solidFill>
              <a:srgbClr val="D5D9E0"/>
            </a:solidFill>
            <a:prstDash val="solid"/>
          </a:ln>
        </p:spPr>
      </p:sp>
      <p:sp>
        <p:nvSpPr>
          <p:cNvPr id="24" name="Shape 21"/>
          <p:cNvSpPr/>
          <p:nvPr/>
        </p:nvSpPr>
        <p:spPr>
          <a:xfrm>
            <a:off x="3154680" y="4114800"/>
            <a:ext cx="777240" cy="777240"/>
          </a:xfrm>
          <a:prstGeom prst="rect">
            <a:avLst/>
          </a:prstGeom>
          <a:solidFill>
            <a:schemeClr val="bg2"/>
          </a:solidFill>
          <a:ln w="12700">
            <a:solidFill>
              <a:srgbClr val="D5D9E0"/>
            </a:solidFill>
            <a:prstDash val="solid"/>
          </a:ln>
        </p:spPr>
      </p:sp>
      <p:sp>
        <p:nvSpPr>
          <p:cNvPr id="25" name="Shape 22"/>
          <p:cNvSpPr/>
          <p:nvPr/>
        </p:nvSpPr>
        <p:spPr>
          <a:xfrm>
            <a:off x="3931920" y="4114800"/>
            <a:ext cx="777240" cy="777240"/>
          </a:xfrm>
          <a:prstGeom prst="rect">
            <a:avLst/>
          </a:prstGeom>
          <a:solidFill>
            <a:schemeClr val="bg2"/>
          </a:solidFill>
          <a:ln w="12700">
            <a:solidFill>
              <a:srgbClr val="D5D9E0"/>
            </a:solidFill>
            <a:prstDash val="solid"/>
          </a:ln>
        </p:spPr>
      </p:sp>
      <p:sp>
        <p:nvSpPr>
          <p:cNvPr id="26" name="Text 23"/>
          <p:cNvSpPr txBox="1"/>
          <p:nvPr/>
        </p:nvSpPr>
        <p:spPr>
          <a:xfrm>
            <a:off x="3200400" y="3566160"/>
            <a:ext cx="1463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 eaLnBrk="0">
              <a:buNone/>
            </a:pPr>
            <a:r>
              <a:rPr lang="ko-KR" altLang="en-US" sz="1200" b="1" dirty="0">
                <a:solidFill>
                  <a:schemeClr val="accent5"/>
                </a:solidFill>
              </a:rPr>
              <a:t>출발 (2,2)</a:t>
            </a:r>
            <a:endParaRPr lang="ko-KR" altLang="en-US" sz="1200" dirty="0"/>
          </a:p>
        </p:txBody>
      </p:sp>
      <p:sp>
        <p:nvSpPr>
          <p:cNvPr id="27" name="Shape 24"/>
          <p:cNvSpPr/>
          <p:nvPr/>
        </p:nvSpPr>
        <p:spPr>
          <a:xfrm>
            <a:off x="2514600" y="3429000"/>
            <a:ext cx="502920" cy="502920"/>
          </a:xfrm>
          <a:prstGeom prst="ellipse">
            <a:avLst/>
          </a:prstGeom>
          <a:solidFill>
            <a:schemeClr val="accent3">
              <a:alpha val="60000"/>
            </a:schemeClr>
          </a:solidFill>
          <a:ln w="12700">
            <a:solidFill>
              <a:schemeClr val="accent3"/>
            </a:solidFill>
            <a:prstDash val="dash"/>
          </a:ln>
        </p:spPr>
      </p:sp>
      <p:sp>
        <p:nvSpPr>
          <p:cNvPr id="28" name="Shape 25"/>
          <p:cNvSpPr/>
          <p:nvPr/>
        </p:nvSpPr>
        <p:spPr>
          <a:xfrm>
            <a:off x="2514600" y="2651760"/>
            <a:ext cx="502920" cy="50292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29" name="Text 26"/>
          <p:cNvSpPr txBox="1"/>
          <p:nvPr/>
        </p:nvSpPr>
        <p:spPr>
          <a:xfrm>
            <a:off x="3200400" y="2788920"/>
            <a:ext cx="1463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 eaLnBrk="0">
              <a:buNone/>
            </a:pPr>
            <a:r>
              <a:rPr lang="ko-KR" altLang="en-US" sz="1200" b="1" dirty="0">
                <a:solidFill>
                  <a:schemeClr val="accent1"/>
                </a:solidFill>
              </a:rPr>
              <a:t>도착 (2,1)</a:t>
            </a:r>
            <a:endParaRPr lang="ko-KR" altLang="en-US" sz="1200" dirty="0"/>
          </a:p>
        </p:txBody>
      </p:sp>
      <p:sp>
        <p:nvSpPr>
          <p:cNvPr id="30" name="Shape 27"/>
          <p:cNvSpPr/>
          <p:nvPr/>
        </p:nvSpPr>
        <p:spPr>
          <a:xfrm flipV="1">
            <a:off x="2766060" y="3200400"/>
            <a:ext cx="914" cy="246888"/>
          </a:xfrm>
          <a:prstGeom prst="line">
            <a:avLst/>
          </a:prstGeom>
          <a:noFill/>
          <a:ln w="25400">
            <a:solidFill>
              <a:schemeClr val="accent1"/>
            </a:solidFill>
            <a:prstDash val="solid"/>
            <a:tailEnd type="triangle"/>
          </a:ln>
        </p:spPr>
      </p:sp>
      <p:sp>
        <p:nvSpPr>
          <p:cNvPr id="31" name="Text 28"/>
          <p:cNvSpPr txBox="1"/>
          <p:nvPr/>
        </p:nvSpPr>
        <p:spPr>
          <a:xfrm>
            <a:off x="822960" y="5029200"/>
            <a:ext cx="3886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 eaLnBrk="0">
              <a:buNone/>
            </a:pPr>
            <a:r>
              <a:rPr lang="ko-KR" altLang="en-US" sz="1400" dirty="0">
                <a:solidFill>
                  <a:schemeClr val="tx2"/>
                </a:solidFill>
              </a:rPr>
              <a:t>위로 한 칸 이동했다. 다시 (2,2)로 돌아가려면?</a:t>
            </a:r>
            <a:endParaRPr lang="ko-KR" altLang="en-US" sz="1400" dirty="0"/>
          </a:p>
        </p:txBody>
      </p:sp>
      <p:sp>
        <p:nvSpPr>
          <p:cNvPr id="32" name="card"/>
          <p:cNvSpPr/>
          <p:nvPr/>
        </p:nvSpPr>
        <p:spPr>
          <a:xfrm>
            <a:off x="5303520" y="1783080"/>
            <a:ext cx="6339535" cy="1691640"/>
          </a:xfrm>
          <a:prstGeom prst="roundRect">
            <a:avLst>
              <a:gd name="adj" fmla="val 5405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33" name="Shape 30"/>
          <p:cNvSpPr/>
          <p:nvPr/>
        </p:nvSpPr>
        <p:spPr>
          <a:xfrm>
            <a:off x="5532120" y="1984248"/>
            <a:ext cx="420624" cy="420624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34" name="Text 31"/>
          <p:cNvSpPr txBox="1"/>
          <p:nvPr/>
        </p:nvSpPr>
        <p:spPr>
          <a:xfrm>
            <a:off x="5532120" y="1984248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 eaLnBrk="0">
              <a:buNone/>
            </a:pPr>
            <a:r>
              <a:rPr lang="ko-KR" altLang="en-US" sz="1500" b="1" dirty="0">
                <a:solidFill>
                  <a:schemeClr val="bg1"/>
                </a:solidFill>
              </a:rPr>
              <a:t>1</a:t>
            </a:r>
            <a:endParaRPr lang="ko-KR" altLang="en-US" sz="1500" dirty="0"/>
          </a:p>
        </p:txBody>
      </p:sp>
      <p:sp>
        <p:nvSpPr>
          <p:cNvPr id="35" name="Text 32"/>
          <p:cNvSpPr txBox="1"/>
          <p:nvPr/>
        </p:nvSpPr>
        <p:spPr>
          <a:xfrm>
            <a:off x="6080760" y="2002536"/>
            <a:ext cx="537941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 eaLnBrk="0">
              <a:buNone/>
            </a:pPr>
            <a:r>
              <a:rPr lang="ko-KR" altLang="en-US" sz="1700" b="1" dirty="0">
                <a:solidFill>
                  <a:schemeClr val="tx1"/>
                </a:solidFill>
              </a:rPr>
              <a:t>실행만 하는 명령의 한계</a:t>
            </a:r>
            <a:endParaRPr lang="ko-KR" altLang="en-US" sz="1700" dirty="0"/>
          </a:p>
        </p:txBody>
      </p:sp>
      <p:sp>
        <p:nvSpPr>
          <p:cNvPr id="36" name="Text 33"/>
          <p:cNvSpPr txBox="1"/>
          <p:nvPr/>
        </p:nvSpPr>
        <p:spPr>
          <a:xfrm>
            <a:off x="6080760" y="2377440"/>
            <a:ext cx="537941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 eaLnBrk="0">
              <a:buNone/>
            </a:pPr>
            <a:r>
              <a:rPr lang="ko-KR" altLang="en-US" sz="1400" dirty="0">
                <a:solidFill>
                  <a:schemeClr val="tx2"/>
                </a:solidFill>
              </a:rPr>
              <a:t>목적지만 알고 출발 위치는 모른다. 실행이 끝나면 어디서 왔는지 사라진다.</a:t>
            </a:r>
            <a:endParaRPr lang="ko-KR" altLang="en-US" sz="1400" dirty="0"/>
          </a:p>
        </p:txBody>
      </p:sp>
      <p:sp>
        <p:nvSpPr>
          <p:cNvPr id="37" name="card"/>
          <p:cNvSpPr/>
          <p:nvPr/>
        </p:nvSpPr>
        <p:spPr>
          <a:xfrm>
            <a:off x="5303520" y="3657600"/>
            <a:ext cx="6339535" cy="1691640"/>
          </a:xfrm>
          <a:prstGeom prst="roundRect">
            <a:avLst>
              <a:gd name="adj" fmla="val 5405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38" name="Shape 35"/>
          <p:cNvSpPr/>
          <p:nvPr/>
        </p:nvSpPr>
        <p:spPr>
          <a:xfrm>
            <a:off x="5532120" y="3858768"/>
            <a:ext cx="420624" cy="420624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39" name="Text 36"/>
          <p:cNvSpPr txBox="1"/>
          <p:nvPr/>
        </p:nvSpPr>
        <p:spPr>
          <a:xfrm>
            <a:off x="5532120" y="3858768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 eaLnBrk="0">
              <a:buNone/>
            </a:pPr>
            <a:r>
              <a:rPr lang="ko-KR" altLang="en-US" sz="1500" b="1" dirty="0">
                <a:solidFill>
                  <a:schemeClr val="bg1"/>
                </a:solidFill>
              </a:rPr>
              <a:t>2</a:t>
            </a:r>
            <a:endParaRPr lang="ko-KR" altLang="en-US" sz="1500" dirty="0"/>
          </a:p>
        </p:txBody>
      </p:sp>
      <p:sp>
        <p:nvSpPr>
          <p:cNvPr id="40" name="Text 37"/>
          <p:cNvSpPr txBox="1"/>
          <p:nvPr/>
        </p:nvSpPr>
        <p:spPr>
          <a:xfrm>
            <a:off x="6080760" y="3877056"/>
            <a:ext cx="537941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 eaLnBrk="0">
              <a:buNone/>
            </a:pPr>
            <a:r>
              <a:rPr lang="ko-KR" altLang="en-US" sz="1700" b="1" dirty="0">
                <a:solidFill>
                  <a:schemeClr val="tx1"/>
                </a:solidFill>
              </a:rPr>
              <a:t>필요한 것</a:t>
            </a:r>
            <a:endParaRPr lang="ko-KR" altLang="en-US" sz="1700" dirty="0"/>
          </a:p>
        </p:txBody>
      </p:sp>
      <p:sp>
        <p:nvSpPr>
          <p:cNvPr id="41" name="Text 38"/>
          <p:cNvSpPr txBox="1"/>
          <p:nvPr/>
        </p:nvSpPr>
        <p:spPr>
          <a:xfrm>
            <a:off x="6080760" y="4251960"/>
            <a:ext cx="537941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 eaLnBrk="0">
              <a:buNone/>
            </a:pPr>
            <a:r>
              <a:rPr lang="ko-KR" altLang="en-US" sz="1400" dirty="0">
                <a:solidFill>
                  <a:schemeClr val="tx2"/>
                </a:solidFill>
              </a:rPr>
              <a:t>명령에 Undo()를 두고, 실행하기 전의 위치를 기억해야 한다.</a:t>
            </a:r>
            <a:endParaRPr lang="ko-KR" alt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11535" y="6400800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 eaLnBrk="0">
              <a:defRPr sz="1000">
                <a:solidFill>
                  <a:schemeClr val="accent3"/>
                </a:solidFill>
              </a:defRPr>
            </a:lvl1pPr>
          </a:lstStyle>
          <a:p>
            <a:pPr algn="r" eaLnBrk="0"/>
            <a:fld id="{F7021451-1387-4CA6-816F-3879F97B5CBC}" type="slidenum">
              <a:rPr b="0" lang="ko-KR" altLang="en-US"/>
              <a:t>16</a:t>
            </a:fld>
            <a:endParaRPr lang="ko-KR" altLang="en-US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cker"/>
          <p:cNvSpPr txBox="1"/>
          <p:nvPr/>
        </p:nvSpPr>
        <p:spPr>
          <a:xfrm>
            <a:off x="548640" y="329184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 eaLnBrk="0">
              <a:buNone/>
            </a:pPr>
            <a:r>
              <a:rPr lang="ko-KR" altLang="en-US" sz="1300" b="1" dirty="0">
                <a:solidFill>
                  <a:schemeClr val="accent1"/>
                </a:solidFill>
              </a:rPr>
              <a:t>이동 명령</a:t>
            </a:r>
            <a:endParaRPr lang="ko-KR" altLang="en-US" sz="1300" dirty="0"/>
          </a:p>
        </p:txBody>
      </p:sp>
      <p:sp>
        <p:nvSpPr>
          <p:cNvPr id="3" name="Text 0"/>
          <p:cNvSpPr/>
          <p:nvPr>
            <p:ph idx="100" type="title" hasCustomPrompt="1"/>
          </p:nvPr>
        </p:nvSpPr>
        <p:spPr>
          <a:xfrm>
            <a:off x="548640" y="658368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 eaLnBrk="0">
              <a:buNone/>
            </a:pPr>
            <a:r>
              <a:rPr lang="ko-KR" altLang="en-US" sz="2600" b="1" dirty="0">
                <a:solidFill>
                  <a:schemeClr val="tx1"/>
                </a:solidFill>
              </a:rPr>
              <a:t>MoveUnitCommand는 이동하기 전 위치를 기억한다</a:t>
            </a:r>
            <a:endParaRPr lang="ko-KR" altLang="en-US" sz="2600" dirty="0"/>
          </a:p>
        </p:txBody>
      </p:sp>
      <p:sp>
        <p:nvSpPr>
          <p:cNvPr id="4" name="bridge"/>
          <p:cNvSpPr txBox="1"/>
          <p:nvPr/>
        </p:nvSpPr>
        <p:spPr>
          <a:xfrm>
            <a:off x="548640" y="5870448"/>
            <a:ext cx="1109441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 eaLnBrk="0">
              <a:buNone/>
            </a:pPr>
            <a:r>
              <a:rPr lang="ko-KR" altLang="en-US" sz="1500" b="1" dirty="0">
                <a:solidFill>
                  <a:schemeClr val="accent1"/>
                </a:solidFill>
              </a:rPr>
              <a:t>다음 질문  </a:t>
            </a:r>
            <a:pPr indent="0" marL="0" eaLnBrk="0">
              <a:buNone/>
            </a:pPr>
            <a:r>
              <a:rPr lang="ko-KR" altLang="en-US" sz="1500" dirty="0">
                <a:solidFill>
                  <a:schemeClr val="tx2"/>
                </a:solidFill>
              </a:rPr>
              <a:t>이런 명령은 언제, 몇 개나 만들어질까?</a:t>
            </a:r>
            <a:endParaRPr lang="ko-KR" altLang="en-US" sz="1500" dirty="0"/>
          </a:p>
        </p:txBody>
      </p:sp>
      <p:sp>
        <p:nvSpPr>
          <p:cNvPr id="6" name="codePanel"/>
          <p:cNvSpPr/>
          <p:nvPr/>
        </p:nvSpPr>
        <p:spPr>
          <a:xfrm>
            <a:off x="548640" y="1600200"/>
            <a:ext cx="6949440" cy="4114800"/>
          </a:xfrm>
          <a:prstGeom prst="roundRect">
            <a:avLst>
              <a:gd name="adj" fmla="val 1778"/>
            </a:avLst>
          </a:prstGeom>
          <a:solidFill>
            <a:schemeClr val="tx1"/>
          </a:solidFill>
          <a:ln w="12700">
            <a:solidFill>
              <a:schemeClr val="tx1"/>
            </a:solidFill>
            <a:prstDash val="solid"/>
          </a:ln>
        </p:spPr>
      </p:sp>
      <p:sp>
        <p:nvSpPr>
          <p:cNvPr id="7" name="code"/>
          <p:cNvSpPr txBox="1"/>
          <p:nvPr/>
        </p:nvSpPr>
        <p:spPr>
          <a:xfrm>
            <a:off x="658368" y="1691640"/>
            <a:ext cx="6729984" cy="39319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indent="0" marL="0" eaLnBrk="0">
              <a:buNone/>
            </a:pPr>
            <a:r>
              <a:rPr lang="ko-KR" altLang="en-US" sz="1100" dirty="0">
                <a:solidFill>
                  <a:schemeClr val="bg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public class MoveUnitCommand : IUndoableCommand</a:t>
            </a:r>
            <a:endParaRPr lang="ko-KR" altLang="en-US" sz="1100" dirty="0"/>
          </a:p>
          <a:p>
            <a:pPr indent="0" marL="0" eaLnBrk="0">
              <a:buNone/>
            </a:pPr>
            <a:r>
              <a:rPr lang="ko-KR" altLang="en-US" sz="1100" dirty="0">
                <a:solidFill>
                  <a:schemeClr val="bg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</a:t>
            </a:r>
            <a:endParaRPr lang="ko-KR" altLang="en-US" sz="1100" dirty="0"/>
          </a:p>
          <a:p>
            <a:pPr indent="0" marL="0" eaLnBrk="0">
              <a:buNone/>
            </a:pPr>
            <a:r>
              <a:rPr lang="ko-KR" altLang="en-US" sz="1100" dirty="0">
                <a:solidFill>
                  <a:schemeClr val="bg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readonly Unit _unit;</a:t>
            </a:r>
            <a:endParaRPr lang="ko-KR" altLang="en-US" sz="1100" dirty="0"/>
          </a:p>
          <a:p>
            <a:pPr indent="0" marL="0" eaLnBrk="0">
              <a:buNone/>
            </a:pPr>
            <a:r>
              <a:rPr lang="ko-KR" altLang="en-US" sz="1100" dirty="0">
                <a:solidFill>
                  <a:schemeClr val="bg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readonly int _x, _y;</a:t>
            </a:r>
            <a:endParaRPr lang="ko-KR" altLang="en-US" sz="1100" dirty="0"/>
          </a:p>
          <a:p>
            <a:pPr indent="0" marL="0" eaLnBrk="0">
              <a:buNone/>
            </a:pPr>
            <a:r>
              <a:rPr lang="ko-KR" altLang="en-US" sz="1100" b="1" dirty="0">
                <a:solidFill>
                  <a:schemeClr val="accent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int _xBefore, _yBefore;</a:t>
            </a:r>
            <a:endParaRPr lang="ko-KR" altLang="en-US" sz="1100" dirty="0"/>
          </a:p>
          <a:p>
            <a:pPr indent="0" marL="0" eaLnBrk="0">
              <a:buNone/>
            </a:pPr>
            <a:r>
              <a:rPr lang="ko-KR" altLang="en-US" sz="1100" dirty="0">
                <a:solidFill>
                  <a:schemeClr val="bg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ko-KR" altLang="en-US" sz="1100" dirty="0"/>
          </a:p>
          <a:p>
            <a:pPr indent="0" marL="0" eaLnBrk="0">
              <a:buNone/>
            </a:pPr>
            <a:r>
              <a:rPr lang="ko-KR" altLang="en-US" sz="1100" dirty="0">
                <a:solidFill>
                  <a:schemeClr val="bg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public MoveUnitCommand(Unit unit, int x, int y)</a:t>
            </a:r>
            <a:endParaRPr lang="ko-KR" altLang="en-US" sz="1100" dirty="0"/>
          </a:p>
          <a:p>
            <a:pPr indent="0" marL="0" eaLnBrk="0">
              <a:buNone/>
            </a:pPr>
            <a:r>
              <a:rPr lang="ko-KR" altLang="en-US" sz="1100" dirty="0">
                <a:solidFill>
                  <a:schemeClr val="bg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{</a:t>
            </a:r>
            <a:endParaRPr lang="ko-KR" altLang="en-US" sz="1100" dirty="0"/>
          </a:p>
          <a:p>
            <a:pPr indent="0" marL="0" eaLnBrk="0">
              <a:buNone/>
            </a:pPr>
            <a:r>
              <a:rPr lang="ko-KR" altLang="en-US" sz="1100" dirty="0">
                <a:solidFill>
                  <a:schemeClr val="bg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_unit = unit; _x = x; _y = y;</a:t>
            </a:r>
            <a:endParaRPr lang="ko-KR" altLang="en-US" sz="1100" dirty="0"/>
          </a:p>
          <a:p>
            <a:pPr indent="0" marL="0" eaLnBrk="0">
              <a:buNone/>
            </a:pPr>
            <a:r>
              <a:rPr lang="ko-KR" altLang="en-US" sz="1100" dirty="0">
                <a:solidFill>
                  <a:schemeClr val="bg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}</a:t>
            </a:r>
            <a:endParaRPr lang="ko-KR" altLang="en-US" sz="1100" dirty="0"/>
          </a:p>
          <a:p>
            <a:pPr indent="0" marL="0" eaLnBrk="0">
              <a:buNone/>
            </a:pPr>
            <a:r>
              <a:rPr lang="ko-KR" altLang="en-US" sz="1100" dirty="0">
                <a:solidFill>
                  <a:schemeClr val="bg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ko-KR" altLang="en-US" sz="1100" dirty="0"/>
          </a:p>
          <a:p>
            <a:pPr indent="0" marL="0" eaLnBrk="0">
              <a:buNone/>
            </a:pPr>
            <a:r>
              <a:rPr lang="ko-KR" altLang="en-US" sz="1100" dirty="0">
                <a:solidFill>
                  <a:schemeClr val="bg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public void Execute()</a:t>
            </a:r>
            <a:endParaRPr lang="ko-KR" altLang="en-US" sz="1100" dirty="0"/>
          </a:p>
          <a:p>
            <a:pPr indent="0" marL="0" eaLnBrk="0">
              <a:buNone/>
            </a:pPr>
            <a:r>
              <a:rPr lang="ko-KR" altLang="en-US" sz="1100" dirty="0">
                <a:solidFill>
                  <a:schemeClr val="bg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{</a:t>
            </a:r>
            <a:endParaRPr lang="ko-KR" altLang="en-US" sz="1100" dirty="0"/>
          </a:p>
          <a:p>
            <a:pPr indent="0" marL="0" eaLnBrk="0">
              <a:buNone/>
            </a:pPr>
            <a:r>
              <a:rPr lang="ko-KR" altLang="en-US" sz="1100" b="1" dirty="0">
                <a:solidFill>
                  <a:schemeClr val="accent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_xBefore = _unit.X;   // 움직이기 전 위치를 기억한다</a:t>
            </a:r>
            <a:endParaRPr lang="ko-KR" altLang="en-US" sz="1100" dirty="0"/>
          </a:p>
          <a:p>
            <a:pPr indent="0" marL="0" eaLnBrk="0">
              <a:buNone/>
            </a:pPr>
            <a:r>
              <a:rPr lang="ko-KR" altLang="en-US" sz="1100" b="1" dirty="0">
                <a:solidFill>
                  <a:schemeClr val="accent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_yBefore = _unit.Y;</a:t>
            </a:r>
            <a:endParaRPr lang="ko-KR" altLang="en-US" sz="1100" dirty="0"/>
          </a:p>
          <a:p>
            <a:pPr indent="0" marL="0" eaLnBrk="0">
              <a:buNone/>
            </a:pPr>
            <a:r>
              <a:rPr lang="ko-KR" altLang="en-US" sz="1100" dirty="0">
                <a:solidFill>
                  <a:schemeClr val="bg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_unit.MoveTo(_x, _y);</a:t>
            </a:r>
            <a:endParaRPr lang="ko-KR" altLang="en-US" sz="1100" dirty="0"/>
          </a:p>
          <a:p>
            <a:pPr indent="0" marL="0" eaLnBrk="0">
              <a:buNone/>
            </a:pPr>
            <a:r>
              <a:rPr lang="ko-KR" altLang="en-US" sz="1100" dirty="0">
                <a:solidFill>
                  <a:schemeClr val="bg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}</a:t>
            </a:r>
            <a:endParaRPr lang="ko-KR" altLang="en-US" sz="1100" dirty="0"/>
          </a:p>
          <a:p>
            <a:pPr indent="0" marL="0" eaLnBrk="0">
              <a:buNone/>
            </a:pPr>
            <a:r>
              <a:rPr lang="ko-KR" altLang="en-US" sz="1100" dirty="0">
                <a:solidFill>
                  <a:schemeClr val="bg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ko-KR" altLang="en-US" sz="1100" dirty="0"/>
          </a:p>
          <a:p>
            <a:pPr indent="0" marL="0" eaLnBrk="0">
              <a:buNone/>
            </a:pPr>
            <a:r>
              <a:rPr lang="ko-KR" altLang="en-US" sz="1100" dirty="0">
                <a:solidFill>
                  <a:schemeClr val="bg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public void Undo()</a:t>
            </a:r>
            <a:endParaRPr lang="ko-KR" altLang="en-US" sz="1100" dirty="0"/>
          </a:p>
          <a:p>
            <a:pPr indent="0" marL="0" eaLnBrk="0">
              <a:buNone/>
            </a:pPr>
            <a:r>
              <a:rPr lang="ko-KR" altLang="en-US" sz="1100" dirty="0">
                <a:solidFill>
                  <a:schemeClr val="bg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{</a:t>
            </a:r>
            <a:endParaRPr lang="ko-KR" altLang="en-US" sz="1100" dirty="0"/>
          </a:p>
          <a:p>
            <a:pPr indent="0" marL="0" eaLnBrk="0">
              <a:buNone/>
            </a:pPr>
            <a:r>
              <a:rPr lang="ko-KR" altLang="en-US" sz="1100" b="1" dirty="0">
                <a:solidFill>
                  <a:schemeClr val="accent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_unit.MoveTo(_xBefore, _yBefore);</a:t>
            </a:r>
            <a:endParaRPr lang="ko-KR" altLang="en-US" sz="1100" dirty="0"/>
          </a:p>
          <a:p>
            <a:pPr indent="0" marL="0" eaLnBrk="0">
              <a:buNone/>
            </a:pPr>
            <a:r>
              <a:rPr lang="ko-KR" altLang="en-US" sz="1100" dirty="0">
                <a:solidFill>
                  <a:schemeClr val="bg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}</a:t>
            </a:r>
            <a:endParaRPr lang="ko-KR" altLang="en-US" sz="1100" dirty="0"/>
          </a:p>
          <a:p>
            <a:pPr indent="0" marL="0" eaLnBrk="0">
              <a:buNone/>
            </a:pPr>
            <a:r>
              <a:rPr lang="ko-KR" altLang="en-US" sz="1100" dirty="0">
                <a:solidFill>
                  <a:schemeClr val="bg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ko-KR" altLang="en-US" sz="1100" dirty="0"/>
          </a:p>
        </p:txBody>
      </p:sp>
      <p:sp>
        <p:nvSpPr>
          <p:cNvPr id="8" name="codeCaption"/>
          <p:cNvSpPr txBox="1"/>
          <p:nvPr/>
        </p:nvSpPr>
        <p:spPr>
          <a:xfrm>
            <a:off x="4389120" y="1691640"/>
            <a:ext cx="2971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 eaLnBrk="0">
              <a:buNone/>
            </a:pPr>
            <a:r>
              <a:rPr lang="ko-KR" altLang="en-US" sz="1000" dirty="0">
                <a:solidFill>
                  <a:schemeClr val="accent3"/>
                </a:solidFill>
              </a:rPr>
              <a:t>원서 예제를 C#으로 옮긴 코드</a:t>
            </a:r>
            <a:endParaRPr lang="ko-KR" altLang="en-US" sz="1000" dirty="0"/>
          </a:p>
        </p:txBody>
      </p:sp>
      <p:sp>
        <p:nvSpPr>
          <p:cNvPr id="9" name="codePanel"/>
          <p:cNvSpPr/>
          <p:nvPr/>
        </p:nvSpPr>
        <p:spPr>
          <a:xfrm>
            <a:off x="7863840" y="1600200"/>
            <a:ext cx="3779215" cy="1463040"/>
          </a:xfrm>
          <a:prstGeom prst="roundRect">
            <a:avLst>
              <a:gd name="adj" fmla="val 5000"/>
            </a:avLst>
          </a:prstGeom>
          <a:solidFill>
            <a:schemeClr val="tx1"/>
          </a:solidFill>
          <a:ln w="12700">
            <a:solidFill>
              <a:schemeClr val="tx1"/>
            </a:solidFill>
            <a:prstDash val="solid"/>
          </a:ln>
        </p:spPr>
      </p:sp>
      <p:sp>
        <p:nvSpPr>
          <p:cNvPr id="10" name="code"/>
          <p:cNvSpPr txBox="1"/>
          <p:nvPr/>
        </p:nvSpPr>
        <p:spPr>
          <a:xfrm>
            <a:off x="7973568" y="1691640"/>
            <a:ext cx="3559759" cy="12801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indent="0" marL="0" eaLnBrk="0">
              <a:buNone/>
            </a:pPr>
            <a:r>
              <a:rPr lang="ko-KR" altLang="en-US" sz="1300" dirty="0">
                <a:solidFill>
                  <a:schemeClr val="bg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public interface IUndoableCommand</a:t>
            </a:r>
            <a:endParaRPr lang="ko-KR" altLang="en-US" sz="1300" dirty="0"/>
          </a:p>
          <a:p>
            <a:pPr indent="0" marL="0" eaLnBrk="0">
              <a:buNone/>
            </a:pPr>
            <a:r>
              <a:rPr lang="ko-KR" altLang="en-US" sz="1300" dirty="0">
                <a:solidFill>
                  <a:schemeClr val="bg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</a:t>
            </a:r>
            <a:endParaRPr lang="ko-KR" altLang="en-US" sz="1300" dirty="0"/>
          </a:p>
          <a:p>
            <a:pPr indent="0" marL="0" eaLnBrk="0">
              <a:buNone/>
            </a:pPr>
            <a:r>
              <a:rPr lang="ko-KR" altLang="en-US" sz="1300" dirty="0">
                <a:solidFill>
                  <a:schemeClr val="bg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void Execute();</a:t>
            </a:r>
            <a:endParaRPr lang="ko-KR" altLang="en-US" sz="1300" dirty="0"/>
          </a:p>
          <a:p>
            <a:pPr indent="0" marL="0" eaLnBrk="0">
              <a:buNone/>
            </a:pPr>
            <a:r>
              <a:rPr lang="ko-KR" altLang="en-US" sz="1300" dirty="0">
                <a:solidFill>
                  <a:schemeClr val="bg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void Undo();</a:t>
            </a:r>
            <a:endParaRPr lang="ko-KR" altLang="en-US" sz="1300" dirty="0"/>
          </a:p>
          <a:p>
            <a:pPr indent="0" marL="0" eaLnBrk="0">
              <a:buNone/>
            </a:pPr>
            <a:r>
              <a:rPr lang="ko-KR" altLang="en-US" sz="1300" dirty="0">
                <a:solidFill>
                  <a:schemeClr val="bg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ko-KR" altLang="en-US" sz="1300" dirty="0"/>
          </a:p>
        </p:txBody>
      </p:sp>
      <p:sp>
        <p:nvSpPr>
          <p:cNvPr id="11" name="card"/>
          <p:cNvSpPr/>
          <p:nvPr/>
        </p:nvSpPr>
        <p:spPr>
          <a:xfrm>
            <a:off x="7863840" y="3291840"/>
            <a:ext cx="3779215" cy="2423160"/>
          </a:xfrm>
          <a:prstGeom prst="roundRect">
            <a:avLst>
              <a:gd name="adj" fmla="val 3774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8092440" y="3511296"/>
            <a:ext cx="336773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 eaLnBrk="0">
              <a:buNone/>
            </a:pPr>
            <a:r>
              <a:rPr lang="ko-KR" altLang="en-US" sz="1700" b="1" dirty="0">
                <a:solidFill>
                  <a:schemeClr val="tx1"/>
                </a:solidFill>
              </a:rPr>
              <a:t>점프 명령과 다른 점</a:t>
            </a:r>
            <a:endParaRPr lang="ko-KR" altLang="en-US" sz="1700" dirty="0"/>
          </a:p>
        </p:txBody>
      </p:sp>
      <p:sp>
        <p:nvSpPr>
          <p:cNvPr id="13" name="Text 10"/>
          <p:cNvSpPr txBox="1"/>
          <p:nvPr/>
        </p:nvSpPr>
        <p:spPr>
          <a:xfrm>
            <a:off x="8092440" y="4069080"/>
            <a:ext cx="3322015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 eaLnBrk="0">
              <a:spcAft>
                <a:spcPts val="400"/>
              </a:spcAft>
              <a:buNone/>
            </a:pPr>
            <a:r>
              <a:rPr lang="ko-KR" altLang="en-US" sz="1400" dirty="0">
                <a:solidFill>
                  <a:schemeClr val="tx2"/>
                </a:solidFill>
              </a:rPr>
              <a:t>JumpCommand는 누구에게나 쓸 수 있었다.</a:t>
            </a:r>
            <a:endParaRPr lang="ko-KR" altLang="en-US" sz="1400" dirty="0"/>
          </a:p>
          <a:p>
            <a:pPr indent="0" marL="0" eaLnBrk="0">
              <a:spcAft>
                <a:spcPts val="400"/>
              </a:spcAft>
              <a:buNone/>
            </a:pPr>
            <a:r>
              <a:rPr lang="ko-KR" altLang="en-US" sz="1400" dirty="0">
                <a:solidFill>
                  <a:schemeClr val="tx2"/>
                </a:solidFill>
              </a:rPr>
              <a:t>MoveUnitCommand는 특정 유닛과 목적지에 묶인 이동 한 번이다.</a:t>
            </a:r>
            <a:endParaRPr lang="ko-KR" alt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11535" y="6400800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 eaLnBrk="0">
              <a:defRPr sz="1000">
                <a:solidFill>
                  <a:schemeClr val="accent3"/>
                </a:solidFill>
              </a:defRPr>
            </a:lvl1pPr>
          </a:lstStyle>
          <a:p>
            <a:pPr algn="r" eaLnBrk="0"/>
            <a:fld id="{F7021451-1387-4CA6-816F-3879F97B5CBC}" type="slidenum">
              <a:rPr b="0" lang="ko-KR" altLang="en-US"/>
              <a:t>17</a:t>
            </a:fld>
            <a:endParaRPr lang="ko-KR" altLang="en-US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cker"/>
          <p:cNvSpPr txBox="1"/>
          <p:nvPr/>
        </p:nvSpPr>
        <p:spPr>
          <a:xfrm>
            <a:off x="548640" y="329184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 eaLnBrk="0">
              <a:buNone/>
            </a:pPr>
            <a:r>
              <a:rPr lang="ko-KR" altLang="en-US" sz="1300" b="1" dirty="0">
                <a:solidFill>
                  <a:schemeClr val="accent1"/>
                </a:solidFill>
              </a:rPr>
              <a:t>명령 만들기</a:t>
            </a:r>
            <a:endParaRPr lang="ko-KR" altLang="en-US" sz="1300" dirty="0"/>
          </a:p>
        </p:txBody>
      </p:sp>
      <p:sp>
        <p:nvSpPr>
          <p:cNvPr id="3" name="Text 0"/>
          <p:cNvSpPr/>
          <p:nvPr>
            <p:ph idx="100" type="title" hasCustomPrompt="1"/>
          </p:nvPr>
        </p:nvSpPr>
        <p:spPr>
          <a:xfrm>
            <a:off x="548640" y="658368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 eaLnBrk="0">
              <a:buNone/>
            </a:pPr>
            <a:r>
              <a:rPr lang="ko-KR" altLang="en-US" sz="2600" b="1" dirty="0">
                <a:solidFill>
                  <a:schemeClr val="tx1"/>
                </a:solidFill>
              </a:rPr>
              <a:t>입력이 들어올 때마다 새 이동 명령을 만든다</a:t>
            </a:r>
            <a:endParaRPr lang="ko-KR" altLang="en-US" sz="2600" dirty="0"/>
          </a:p>
        </p:txBody>
      </p:sp>
      <p:sp>
        <p:nvSpPr>
          <p:cNvPr id="4" name="bridge"/>
          <p:cNvSpPr txBox="1"/>
          <p:nvPr/>
        </p:nvSpPr>
        <p:spPr>
          <a:xfrm>
            <a:off x="548640" y="5870448"/>
            <a:ext cx="1109441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 eaLnBrk="0">
              <a:buNone/>
            </a:pPr>
            <a:r>
              <a:rPr lang="ko-KR" altLang="en-US" sz="1500" b="1" dirty="0">
                <a:solidFill>
                  <a:schemeClr val="accent1"/>
                </a:solidFill>
              </a:rPr>
              <a:t>다음 질문  </a:t>
            </a:r>
            <a:pPr indent="0" marL="0" eaLnBrk="0">
              <a:buNone/>
            </a:pPr>
            <a:r>
              <a:rPr lang="ko-KR" altLang="en-US" sz="1500" dirty="0">
                <a:solidFill>
                  <a:schemeClr val="tx2"/>
                </a:solidFill>
              </a:rPr>
              <a:t>만든 명령들을 어떻게 보관해야 여러 번 되돌릴 수 있을까?</a:t>
            </a:r>
            <a:endParaRPr lang="ko-KR" altLang="en-US" sz="1500" dirty="0"/>
          </a:p>
        </p:txBody>
      </p:sp>
      <p:sp>
        <p:nvSpPr>
          <p:cNvPr id="6" name="codePanel"/>
          <p:cNvSpPr/>
          <p:nvPr/>
        </p:nvSpPr>
        <p:spPr>
          <a:xfrm>
            <a:off x="548640" y="1645920"/>
            <a:ext cx="6949440" cy="4023360"/>
          </a:xfrm>
          <a:prstGeom prst="roundRect">
            <a:avLst>
              <a:gd name="adj" fmla="val 1818"/>
            </a:avLst>
          </a:prstGeom>
          <a:solidFill>
            <a:schemeClr val="tx1"/>
          </a:solidFill>
          <a:ln w="12700">
            <a:solidFill>
              <a:schemeClr val="tx1"/>
            </a:solidFill>
            <a:prstDash val="solid"/>
          </a:ln>
        </p:spPr>
      </p:sp>
      <p:sp>
        <p:nvSpPr>
          <p:cNvPr id="7" name="code"/>
          <p:cNvSpPr txBox="1"/>
          <p:nvPr/>
        </p:nvSpPr>
        <p:spPr>
          <a:xfrm>
            <a:off x="658368" y="1737360"/>
            <a:ext cx="6729984" cy="38404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indent="0" marL="0" eaLnBrk="0">
              <a:buNone/>
            </a:pPr>
            <a:r>
              <a:rPr lang="ko-KR" altLang="en-US" sz="1300" dirty="0">
                <a:solidFill>
                  <a:schemeClr val="bg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public IUndoableCommand HandleInput()</a:t>
            </a:r>
            <a:endParaRPr lang="ko-KR" altLang="en-US" sz="1300" dirty="0"/>
          </a:p>
          <a:p>
            <a:pPr indent="0" marL="0" eaLnBrk="0">
              <a:buNone/>
            </a:pPr>
            <a:r>
              <a:rPr lang="ko-KR" altLang="en-US" sz="1300" dirty="0">
                <a:solidFill>
                  <a:schemeClr val="bg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</a:t>
            </a:r>
            <a:endParaRPr lang="ko-KR" altLang="en-US" sz="1300" dirty="0"/>
          </a:p>
          <a:p>
            <a:pPr indent="0" marL="0" eaLnBrk="0">
              <a:buNone/>
            </a:pPr>
            <a:r>
              <a:rPr lang="ko-KR" altLang="en-US" sz="1300" dirty="0">
                <a:solidFill>
                  <a:schemeClr val="bg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Unit unit = GetSelectedUnit();</a:t>
            </a:r>
            <a:endParaRPr lang="ko-KR" altLang="en-US" sz="1300" dirty="0"/>
          </a:p>
          <a:p>
            <a:pPr indent="0" marL="0" eaLnBrk="0">
              <a:buNone/>
            </a:pPr>
            <a:r>
              <a:rPr lang="ko-KR" altLang="en-US" sz="1300" dirty="0">
                <a:solidFill>
                  <a:schemeClr val="bg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ko-KR" altLang="en-US" sz="1300" dirty="0"/>
          </a:p>
          <a:p>
            <a:pPr indent="0" marL="0" eaLnBrk="0">
              <a:buNone/>
            </a:pPr>
            <a:r>
              <a:rPr lang="ko-KR" altLang="en-US" sz="1300" dirty="0">
                <a:solidFill>
                  <a:schemeClr val="bg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if (IsPressed(Button.Up))</a:t>
            </a:r>
            <a:endParaRPr lang="ko-KR" altLang="en-US" sz="1300" dirty="0"/>
          </a:p>
          <a:p>
            <a:pPr indent="0" marL="0" eaLnBrk="0">
              <a:buNone/>
            </a:pPr>
            <a:r>
              <a:rPr lang="ko-KR" altLang="en-US" sz="1300" dirty="0">
                <a:solidFill>
                  <a:schemeClr val="bg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{</a:t>
            </a:r>
            <a:endParaRPr lang="ko-KR" altLang="en-US" sz="1300" dirty="0"/>
          </a:p>
          <a:p>
            <a:pPr indent="0" marL="0" eaLnBrk="0">
              <a:buNone/>
            </a:pPr>
            <a:r>
              <a:rPr lang="ko-KR" altLang="en-US" sz="1300" dirty="0">
                <a:solidFill>
                  <a:schemeClr val="accent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// 위로 한 칸: 화면 좌표에서는 y가 줄어든다</a:t>
            </a:r>
            <a:endParaRPr lang="ko-KR" altLang="en-US" sz="1300" dirty="0"/>
          </a:p>
          <a:p>
            <a:pPr indent="0" marL="0" eaLnBrk="0">
              <a:buNone/>
            </a:pPr>
            <a:r>
              <a:rPr lang="ko-KR" altLang="en-US" sz="1300" b="1" dirty="0">
                <a:solidFill>
                  <a:schemeClr val="accent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return new MoveUnitCommand(unit, unit.X, unit.Y - 1);</a:t>
            </a:r>
            <a:endParaRPr lang="ko-KR" altLang="en-US" sz="1300" dirty="0"/>
          </a:p>
          <a:p>
            <a:pPr indent="0" marL="0" eaLnBrk="0">
              <a:buNone/>
            </a:pPr>
            <a:r>
              <a:rPr lang="ko-KR" altLang="en-US" sz="1300" dirty="0">
                <a:solidFill>
                  <a:schemeClr val="bg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}</a:t>
            </a:r>
            <a:endParaRPr lang="ko-KR" altLang="en-US" sz="1300" dirty="0"/>
          </a:p>
          <a:p>
            <a:pPr indent="0" marL="0" eaLnBrk="0">
              <a:buNone/>
            </a:pPr>
            <a:r>
              <a:rPr lang="ko-KR" altLang="en-US" sz="1300" dirty="0">
                <a:solidFill>
                  <a:schemeClr val="bg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if (IsPressed(Button.Down))</a:t>
            </a:r>
            <a:endParaRPr lang="ko-KR" altLang="en-US" sz="1300" dirty="0"/>
          </a:p>
          <a:p>
            <a:pPr indent="0" marL="0" eaLnBrk="0">
              <a:buNone/>
            </a:pPr>
            <a:r>
              <a:rPr lang="ko-KR" altLang="en-US" sz="1300" dirty="0">
                <a:solidFill>
                  <a:schemeClr val="bg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{</a:t>
            </a:r>
            <a:endParaRPr lang="ko-KR" altLang="en-US" sz="1300" dirty="0"/>
          </a:p>
          <a:p>
            <a:pPr indent="0" marL="0" eaLnBrk="0">
              <a:buNone/>
            </a:pPr>
            <a:r>
              <a:rPr lang="ko-KR" altLang="en-US" sz="1300" b="1" dirty="0">
                <a:solidFill>
                  <a:schemeClr val="accent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return new MoveUnitCommand(unit, unit.X, unit.Y + 1);</a:t>
            </a:r>
            <a:endParaRPr lang="ko-KR" altLang="en-US" sz="1300" dirty="0"/>
          </a:p>
          <a:p>
            <a:pPr indent="0" marL="0" eaLnBrk="0">
              <a:buNone/>
            </a:pPr>
            <a:r>
              <a:rPr lang="ko-KR" altLang="en-US" sz="1300" dirty="0">
                <a:solidFill>
                  <a:schemeClr val="bg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}</a:t>
            </a:r>
            <a:endParaRPr lang="ko-KR" altLang="en-US" sz="1300" dirty="0"/>
          </a:p>
          <a:p>
            <a:pPr indent="0" marL="0" eaLnBrk="0">
              <a:buNone/>
            </a:pPr>
            <a:r>
              <a:rPr lang="ko-KR" altLang="en-US" sz="1300" dirty="0">
                <a:solidFill>
                  <a:schemeClr val="accent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// 왼쪽, 오른쪽도 같은 방식이다</a:t>
            </a:r>
            <a:endParaRPr lang="ko-KR" altLang="en-US" sz="1300" dirty="0"/>
          </a:p>
          <a:p>
            <a:pPr indent="0" marL="0" eaLnBrk="0">
              <a:buNone/>
            </a:pPr>
            <a:r>
              <a:rPr lang="ko-KR" altLang="en-US" sz="1300" dirty="0">
                <a:solidFill>
                  <a:schemeClr val="bg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return null;</a:t>
            </a:r>
            <a:endParaRPr lang="ko-KR" altLang="en-US" sz="1300" dirty="0"/>
          </a:p>
          <a:p>
            <a:pPr indent="0" marL="0" eaLnBrk="0">
              <a:buNone/>
            </a:pPr>
            <a:r>
              <a:rPr lang="ko-KR" altLang="en-US" sz="1300" dirty="0">
                <a:solidFill>
                  <a:schemeClr val="bg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ko-KR" altLang="en-US" sz="1300" dirty="0"/>
          </a:p>
        </p:txBody>
      </p:sp>
      <p:sp>
        <p:nvSpPr>
          <p:cNvPr id="8" name="codeCaption"/>
          <p:cNvSpPr txBox="1"/>
          <p:nvPr/>
        </p:nvSpPr>
        <p:spPr>
          <a:xfrm>
            <a:off x="4389120" y="1737360"/>
            <a:ext cx="2971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 eaLnBrk="0">
              <a:buNone/>
            </a:pPr>
            <a:r>
              <a:rPr lang="ko-KR" altLang="en-US" sz="1000" dirty="0">
                <a:solidFill>
                  <a:schemeClr val="accent3"/>
                </a:solidFill>
              </a:rPr>
              <a:t>원서 예제를 C#으로 옮긴 코드</a:t>
            </a:r>
            <a:endParaRPr lang="ko-KR" altLang="en-US" sz="1000" dirty="0"/>
          </a:p>
        </p:txBody>
      </p:sp>
      <p:sp>
        <p:nvSpPr>
          <p:cNvPr id="9" name="card"/>
          <p:cNvSpPr/>
          <p:nvPr/>
        </p:nvSpPr>
        <p:spPr>
          <a:xfrm>
            <a:off x="7863840" y="1645920"/>
            <a:ext cx="3779215" cy="1874520"/>
          </a:xfrm>
          <a:prstGeom prst="roundRect">
            <a:avLst>
              <a:gd name="adj" fmla="val 4878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8092440" y="1865376"/>
            <a:ext cx="336773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 eaLnBrk="0">
              <a:buNone/>
            </a:pPr>
            <a:r>
              <a:rPr lang="ko-KR" altLang="en-US" sz="1700" b="1" dirty="0">
                <a:solidFill>
                  <a:schemeClr val="tx1"/>
                </a:solidFill>
              </a:rPr>
              <a:t>JumpCommand</a:t>
            </a:r>
            <a:endParaRPr lang="ko-KR" altLang="en-US" sz="1700" dirty="0"/>
          </a:p>
        </p:txBody>
      </p:sp>
      <p:sp>
        <p:nvSpPr>
          <p:cNvPr id="11" name="Text 8"/>
          <p:cNvSpPr txBox="1"/>
          <p:nvPr/>
        </p:nvSpPr>
        <p:spPr>
          <a:xfrm>
            <a:off x="8092440" y="2423160"/>
            <a:ext cx="3322015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 eaLnBrk="0">
              <a:spcAft>
                <a:spcPts val="400"/>
              </a:spcAft>
              <a:buNone/>
            </a:pPr>
            <a:r>
              <a:rPr lang="ko-KR" altLang="en-US" sz="1400" dirty="0">
                <a:solidFill>
                  <a:schemeClr val="tx2"/>
                </a:solidFill>
              </a:rPr>
              <a:t>상태가 없다. 하나를 만들어 버튼에 묶고 계속 다시 쓴다.</a:t>
            </a:r>
            <a:endParaRPr lang="ko-KR" altLang="en-US" sz="1400" dirty="0"/>
          </a:p>
        </p:txBody>
      </p:sp>
      <p:sp>
        <p:nvSpPr>
          <p:cNvPr id="12" name="card"/>
          <p:cNvSpPr/>
          <p:nvPr/>
        </p:nvSpPr>
        <p:spPr>
          <a:xfrm>
            <a:off x="7863840" y="3703320"/>
            <a:ext cx="3779215" cy="1965960"/>
          </a:xfrm>
          <a:prstGeom prst="roundRect">
            <a:avLst>
              <a:gd name="adj" fmla="val 4651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8092440" y="3922776"/>
            <a:ext cx="336773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 eaLnBrk="0">
              <a:buNone/>
            </a:pPr>
            <a:r>
              <a:rPr lang="ko-KR" altLang="en-US" sz="1700" b="1" dirty="0">
                <a:solidFill>
                  <a:schemeClr val="tx1"/>
                </a:solidFill>
              </a:rPr>
              <a:t>MoveUnitCommand</a:t>
            </a:r>
            <a:endParaRPr lang="ko-KR" altLang="en-US" sz="1700" dirty="0"/>
          </a:p>
        </p:txBody>
      </p:sp>
      <p:sp>
        <p:nvSpPr>
          <p:cNvPr id="14" name="Text 11"/>
          <p:cNvSpPr txBox="1"/>
          <p:nvPr/>
        </p:nvSpPr>
        <p:spPr>
          <a:xfrm>
            <a:off x="8092440" y="4480560"/>
            <a:ext cx="3322015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 eaLnBrk="0">
              <a:spcAft>
                <a:spcPts val="400"/>
              </a:spcAft>
              <a:buNone/>
            </a:pPr>
            <a:r>
              <a:rPr lang="ko-KR" altLang="en-US" sz="1400" dirty="0">
                <a:solidFill>
                  <a:schemeClr val="tx2"/>
                </a:solidFill>
              </a:rPr>
              <a:t>유닛과 목적지를 가진다. 이동할 때마다 새로 만들고, 실행하면 기록으로 남는다.</a:t>
            </a:r>
            <a:endParaRPr lang="ko-KR" alt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11535" y="6400800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 eaLnBrk="0">
              <a:defRPr sz="1000">
                <a:solidFill>
                  <a:schemeClr val="accent3"/>
                </a:solidFill>
              </a:defRPr>
            </a:lvl1pPr>
          </a:lstStyle>
          <a:p>
            <a:pPr algn="r" eaLnBrk="0"/>
            <a:fld id="{F7021451-1387-4CA6-816F-3879F97B5CBC}" type="slidenum">
              <a:rPr b="0" lang="ko-KR" altLang="en-US"/>
              <a:t>18</a:t>
            </a:fld>
            <a:endParaRPr lang="ko-KR" altLang="en-US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cker"/>
          <p:cNvSpPr txBox="1"/>
          <p:nvPr/>
        </p:nvSpPr>
        <p:spPr>
          <a:xfrm>
            <a:off x="548640" y="329184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 eaLnBrk="0">
              <a:buNone/>
            </a:pPr>
            <a:r>
              <a:rPr lang="ko-KR" altLang="en-US" sz="1300" b="1" dirty="0">
                <a:solidFill>
                  <a:schemeClr val="accent1"/>
                </a:solidFill>
              </a:rPr>
              <a:t>실행 기록</a:t>
            </a:r>
            <a:endParaRPr lang="ko-KR" altLang="en-US" sz="1300" dirty="0"/>
          </a:p>
        </p:txBody>
      </p:sp>
      <p:sp>
        <p:nvSpPr>
          <p:cNvPr id="3" name="Text 0"/>
          <p:cNvSpPr/>
          <p:nvPr>
            <p:ph idx="100" type="title" hasCustomPrompt="1"/>
          </p:nvPr>
        </p:nvSpPr>
        <p:spPr>
          <a:xfrm>
            <a:off x="548640" y="658368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 eaLnBrk="0">
              <a:buNone/>
            </a:pPr>
            <a:r>
              <a:rPr lang="ko-KR" altLang="en-US" sz="2600" b="1" dirty="0">
                <a:solidFill>
                  <a:schemeClr val="tx1"/>
                </a:solidFill>
              </a:rPr>
              <a:t>실행한 명령을 목록에 쌓고, 현재 위치를 가리킨다</a:t>
            </a:r>
            <a:endParaRPr lang="ko-KR" altLang="en-US" sz="2600" dirty="0"/>
          </a:p>
        </p:txBody>
      </p:sp>
      <p:sp>
        <p:nvSpPr>
          <p:cNvPr id="4" name="bridge"/>
          <p:cNvSpPr txBox="1"/>
          <p:nvPr/>
        </p:nvSpPr>
        <p:spPr>
          <a:xfrm>
            <a:off x="548640" y="5870448"/>
            <a:ext cx="1109441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 eaLnBrk="0">
              <a:buNone/>
            </a:pPr>
            <a:r>
              <a:rPr lang="ko-KR" altLang="en-US" sz="1500" b="1" dirty="0">
                <a:solidFill>
                  <a:schemeClr val="accent1"/>
                </a:solidFill>
              </a:rPr>
              <a:t>다음 질문  </a:t>
            </a:r>
            <a:pPr indent="0" marL="0" eaLnBrk="0">
              <a:buNone/>
            </a:pPr>
            <a:r>
              <a:rPr lang="ko-KR" altLang="en-US" sz="1500" dirty="0">
                <a:solidFill>
                  <a:schemeClr val="tx2"/>
                </a:solidFill>
              </a:rPr>
              <a:t>목록과 위치만으로 되돌리기와 다시 하기를 어떻게 할까?</a:t>
            </a:r>
            <a:endParaRPr lang="ko-KR" altLang="en-US" sz="1500" dirty="0"/>
          </a:p>
        </p:txBody>
      </p:sp>
      <p:sp>
        <p:nvSpPr>
          <p:cNvPr id="6" name="codePanel"/>
          <p:cNvSpPr/>
          <p:nvPr/>
        </p:nvSpPr>
        <p:spPr>
          <a:xfrm>
            <a:off x="548640" y="1645920"/>
            <a:ext cx="7589520" cy="3246120"/>
          </a:xfrm>
          <a:prstGeom prst="roundRect">
            <a:avLst>
              <a:gd name="adj" fmla="val 2254"/>
            </a:avLst>
          </a:prstGeom>
          <a:solidFill>
            <a:schemeClr val="tx1"/>
          </a:solidFill>
          <a:ln w="12700">
            <a:solidFill>
              <a:schemeClr val="tx1"/>
            </a:solidFill>
            <a:prstDash val="solid"/>
          </a:ln>
        </p:spPr>
      </p:sp>
      <p:sp>
        <p:nvSpPr>
          <p:cNvPr id="7" name="code"/>
          <p:cNvSpPr txBox="1"/>
          <p:nvPr/>
        </p:nvSpPr>
        <p:spPr>
          <a:xfrm>
            <a:off x="658368" y="1737360"/>
            <a:ext cx="7370064" cy="30632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indent="0" marL="0" eaLnBrk="0">
              <a:buNone/>
            </a:pPr>
            <a:r>
              <a:rPr lang="ko-KR" altLang="en-US" sz="1250" dirty="0">
                <a:solidFill>
                  <a:schemeClr val="bg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public class CommandHistory</a:t>
            </a:r>
            <a:endParaRPr lang="ko-KR" altLang="en-US" sz="1250" dirty="0"/>
          </a:p>
          <a:p>
            <a:pPr indent="0" marL="0" eaLnBrk="0">
              <a:buNone/>
            </a:pPr>
            <a:r>
              <a:rPr lang="ko-KR" altLang="en-US" sz="1250" dirty="0">
                <a:solidFill>
                  <a:schemeClr val="bg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</a:t>
            </a:r>
            <a:endParaRPr lang="ko-KR" altLang="en-US" sz="1250" dirty="0"/>
          </a:p>
          <a:p>
            <a:pPr indent="0" marL="0" eaLnBrk="0">
              <a:buNone/>
            </a:pPr>
            <a:r>
              <a:rPr lang="ko-KR" altLang="en-US" sz="1250" dirty="0">
                <a:solidFill>
                  <a:schemeClr val="bg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readonly List&lt;IUndoableCommand&gt; _commands = new List&lt;IUndoableCommand&gt;();</a:t>
            </a:r>
            <a:endParaRPr lang="ko-KR" altLang="en-US" sz="1250" dirty="0"/>
          </a:p>
          <a:p>
            <a:pPr indent="0" marL="0" eaLnBrk="0">
              <a:buNone/>
            </a:pPr>
            <a:r>
              <a:rPr lang="ko-KR" altLang="en-US" sz="1250" b="1" dirty="0">
                <a:solidFill>
                  <a:schemeClr val="accent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int _current = -1;   // 마지막으로 실행한 명령의 위치</a:t>
            </a:r>
            <a:endParaRPr lang="ko-KR" altLang="en-US" sz="1250" dirty="0"/>
          </a:p>
          <a:p>
            <a:pPr indent="0" marL="0" eaLnBrk="0">
              <a:buNone/>
            </a:pPr>
            <a:r>
              <a:rPr lang="ko-KR" altLang="en-US" sz="1250" dirty="0">
                <a:solidFill>
                  <a:schemeClr val="bg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ko-KR" altLang="en-US" sz="1250" dirty="0"/>
          </a:p>
          <a:p>
            <a:pPr indent="0" marL="0" eaLnBrk="0">
              <a:buNone/>
            </a:pPr>
            <a:r>
              <a:rPr lang="ko-KR" altLang="en-US" sz="1250" dirty="0">
                <a:solidFill>
                  <a:schemeClr val="bg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public void Execute(IUndoableCommand command)</a:t>
            </a:r>
            <a:endParaRPr lang="ko-KR" altLang="en-US" sz="1250" dirty="0"/>
          </a:p>
          <a:p>
            <a:pPr indent="0" marL="0" eaLnBrk="0">
              <a:buNone/>
            </a:pPr>
            <a:r>
              <a:rPr lang="ko-KR" altLang="en-US" sz="1250" dirty="0">
                <a:solidFill>
                  <a:schemeClr val="bg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{</a:t>
            </a:r>
            <a:endParaRPr lang="ko-KR" altLang="en-US" sz="1250" dirty="0"/>
          </a:p>
          <a:p>
            <a:pPr indent="0" marL="0" eaLnBrk="0">
              <a:buNone/>
            </a:pPr>
            <a:r>
              <a:rPr lang="ko-KR" altLang="en-US" sz="1250" dirty="0">
                <a:solidFill>
                  <a:schemeClr val="accent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// 되돌려 둔 명령이 있으면 버린다</a:t>
            </a:r>
            <a:endParaRPr lang="ko-KR" altLang="en-US" sz="1250" dirty="0"/>
          </a:p>
          <a:p>
            <a:pPr indent="0" marL="0" eaLnBrk="0">
              <a:buNone/>
            </a:pPr>
            <a:r>
              <a:rPr lang="ko-KR" altLang="en-US" sz="1250" b="1" dirty="0">
                <a:solidFill>
                  <a:schemeClr val="accent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_commands.RemoveRange(_current + 1, _commands.Count - _current - 1);</a:t>
            </a:r>
            <a:endParaRPr lang="ko-KR" altLang="en-US" sz="1250" dirty="0"/>
          </a:p>
          <a:p>
            <a:pPr indent="0" marL="0" eaLnBrk="0">
              <a:buNone/>
            </a:pPr>
            <a:r>
              <a:rPr lang="ko-KR" altLang="en-US" sz="1250" dirty="0">
                <a:solidFill>
                  <a:schemeClr val="bg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command.Execute();</a:t>
            </a:r>
            <a:endParaRPr lang="ko-KR" altLang="en-US" sz="1250" dirty="0"/>
          </a:p>
          <a:p>
            <a:pPr indent="0" marL="0" eaLnBrk="0">
              <a:buNone/>
            </a:pPr>
            <a:r>
              <a:rPr lang="ko-KR" altLang="en-US" sz="1250" dirty="0">
                <a:solidFill>
                  <a:schemeClr val="bg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_commands.Add(command);</a:t>
            </a:r>
            <a:endParaRPr lang="ko-KR" altLang="en-US" sz="1250" dirty="0"/>
          </a:p>
          <a:p>
            <a:pPr indent="0" marL="0" eaLnBrk="0">
              <a:buNone/>
            </a:pPr>
            <a:r>
              <a:rPr lang="ko-KR" altLang="en-US" sz="1250" dirty="0">
                <a:solidFill>
                  <a:schemeClr val="bg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_current++;</a:t>
            </a:r>
            <a:endParaRPr lang="ko-KR" altLang="en-US" sz="1250" dirty="0"/>
          </a:p>
          <a:p>
            <a:pPr indent="0" marL="0" eaLnBrk="0">
              <a:buNone/>
            </a:pPr>
            <a:r>
              <a:rPr lang="ko-KR" altLang="en-US" sz="1250" dirty="0">
                <a:solidFill>
                  <a:schemeClr val="bg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}</a:t>
            </a:r>
            <a:endParaRPr lang="ko-KR" altLang="en-US" sz="1250" dirty="0"/>
          </a:p>
          <a:p>
            <a:pPr indent="0" marL="0" eaLnBrk="0">
              <a:buNone/>
            </a:pPr>
            <a:r>
              <a:rPr lang="ko-KR" altLang="en-US" sz="1250" dirty="0">
                <a:solidFill>
                  <a:schemeClr val="bg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ko-KR" altLang="en-US" sz="1250" dirty="0"/>
          </a:p>
        </p:txBody>
      </p:sp>
      <p:sp>
        <p:nvSpPr>
          <p:cNvPr id="8" name="codeCaption"/>
          <p:cNvSpPr txBox="1"/>
          <p:nvPr/>
        </p:nvSpPr>
        <p:spPr>
          <a:xfrm>
            <a:off x="5029200" y="1737360"/>
            <a:ext cx="2971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 eaLnBrk="0">
              <a:buNone/>
            </a:pPr>
            <a:r>
              <a:rPr lang="ko-KR" altLang="en-US" sz="1000" dirty="0">
                <a:solidFill>
                  <a:schemeClr val="accent3"/>
                </a:solidFill>
              </a:rPr>
              <a:t>원서 예제를 C#으로 옮긴 코드</a:t>
            </a:r>
            <a:endParaRPr lang="ko-KR" altLang="en-US" sz="1000" dirty="0"/>
          </a:p>
        </p:txBody>
      </p:sp>
      <p:sp>
        <p:nvSpPr>
          <p:cNvPr id="9" name="card"/>
          <p:cNvSpPr/>
          <p:nvPr/>
        </p:nvSpPr>
        <p:spPr>
          <a:xfrm>
            <a:off x="8503920" y="1645920"/>
            <a:ext cx="3139135" cy="1508760"/>
          </a:xfrm>
          <a:prstGeom prst="roundRect">
            <a:avLst>
              <a:gd name="adj" fmla="val 6061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8732520" y="1865376"/>
            <a:ext cx="272765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 eaLnBrk="0">
              <a:buNone/>
            </a:pPr>
            <a:r>
              <a:rPr lang="ko-KR" altLang="en-US" sz="1700" b="1" dirty="0">
                <a:solidFill>
                  <a:schemeClr val="tx1"/>
                </a:solidFill>
              </a:rPr>
              <a:t>_commands</a:t>
            </a:r>
            <a:endParaRPr lang="ko-KR" altLang="en-US" sz="1700" dirty="0"/>
          </a:p>
        </p:txBody>
      </p:sp>
      <p:sp>
        <p:nvSpPr>
          <p:cNvPr id="11" name="Text 8"/>
          <p:cNvSpPr txBox="1"/>
          <p:nvPr/>
        </p:nvSpPr>
        <p:spPr>
          <a:xfrm>
            <a:off x="8732520" y="2423160"/>
            <a:ext cx="2681935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 eaLnBrk="0">
              <a:spcAft>
                <a:spcPts val="400"/>
              </a:spcAft>
              <a:buNone/>
            </a:pPr>
            <a:r>
              <a:rPr lang="ko-KR" altLang="en-US" sz="1400" dirty="0">
                <a:solidFill>
                  <a:schemeClr val="tx2"/>
                </a:solidFill>
              </a:rPr>
              <a:t>실행한 명령을 순서대로 담는다.</a:t>
            </a:r>
            <a:endParaRPr lang="ko-KR" altLang="en-US" sz="1400" dirty="0"/>
          </a:p>
        </p:txBody>
      </p:sp>
      <p:sp>
        <p:nvSpPr>
          <p:cNvPr id="12" name="card"/>
          <p:cNvSpPr/>
          <p:nvPr/>
        </p:nvSpPr>
        <p:spPr>
          <a:xfrm>
            <a:off x="8503920" y="3337560"/>
            <a:ext cx="3139135" cy="1554480"/>
          </a:xfrm>
          <a:prstGeom prst="roundRect">
            <a:avLst>
              <a:gd name="adj" fmla="val 5882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8732520" y="3557016"/>
            <a:ext cx="272765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 eaLnBrk="0">
              <a:buNone/>
            </a:pPr>
            <a:r>
              <a:rPr lang="ko-KR" altLang="en-US" sz="1700" b="1" dirty="0">
                <a:solidFill>
                  <a:schemeClr val="tx1"/>
                </a:solidFill>
              </a:rPr>
              <a:t>_current</a:t>
            </a:r>
            <a:endParaRPr lang="ko-KR" altLang="en-US" sz="1700" dirty="0"/>
          </a:p>
        </p:txBody>
      </p:sp>
      <p:sp>
        <p:nvSpPr>
          <p:cNvPr id="14" name="Text 11"/>
          <p:cNvSpPr txBox="1"/>
          <p:nvPr/>
        </p:nvSpPr>
        <p:spPr>
          <a:xfrm>
            <a:off x="8732520" y="4114800"/>
            <a:ext cx="268193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 eaLnBrk="0">
              <a:spcAft>
                <a:spcPts val="400"/>
              </a:spcAft>
              <a:buNone/>
            </a:pPr>
            <a:r>
              <a:rPr lang="ko-KR" altLang="en-US" sz="1400" dirty="0">
                <a:solidFill>
                  <a:schemeClr val="tx2"/>
                </a:solidFill>
              </a:rPr>
              <a:t>지금 상태를 만든 마지막 명령의 위치.</a:t>
            </a:r>
            <a:endParaRPr lang="ko-KR" altLang="en-US" sz="1400" dirty="0"/>
          </a:p>
        </p:txBody>
      </p:sp>
      <p:sp>
        <p:nvSpPr>
          <p:cNvPr id="15" name="box"/>
          <p:cNvSpPr/>
          <p:nvPr/>
        </p:nvSpPr>
        <p:spPr>
          <a:xfrm>
            <a:off x="548640" y="5120640"/>
            <a:ext cx="1051560" cy="548640"/>
          </a:xfrm>
          <a:prstGeom prst="roundRect">
            <a:avLst>
              <a:gd name="adj" fmla="val 13333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548640" y="5120640"/>
            <a:ext cx="1051560" cy="5486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ctr" indent="0" marL="0" eaLnBrk="0">
              <a:buNone/>
            </a:pPr>
            <a:r>
              <a:rPr lang="ko-KR" altLang="en-US" sz="1400" b="1" dirty="0">
                <a:solidFill>
                  <a:schemeClr val="bg1"/>
                </a:solidFill>
              </a:rPr>
              <a:t>m1</a:t>
            </a:r>
            <a:endParaRPr lang="ko-KR" altLang="en-US" sz="1400" dirty="0"/>
          </a:p>
        </p:txBody>
      </p:sp>
      <p:sp>
        <p:nvSpPr>
          <p:cNvPr id="17" name="box"/>
          <p:cNvSpPr/>
          <p:nvPr/>
        </p:nvSpPr>
        <p:spPr>
          <a:xfrm>
            <a:off x="1737360" y="5120640"/>
            <a:ext cx="1051560" cy="548640"/>
          </a:xfrm>
          <a:prstGeom prst="roundRect">
            <a:avLst>
              <a:gd name="adj" fmla="val 13333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8" name="Text 15"/>
          <p:cNvSpPr txBox="1"/>
          <p:nvPr/>
        </p:nvSpPr>
        <p:spPr>
          <a:xfrm>
            <a:off x="1737360" y="5120640"/>
            <a:ext cx="1051560" cy="5486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ctr" indent="0" marL="0" eaLnBrk="0">
              <a:buNone/>
            </a:pPr>
            <a:r>
              <a:rPr lang="ko-KR" altLang="en-US" sz="1400" b="1" dirty="0">
                <a:solidFill>
                  <a:schemeClr val="bg1"/>
                </a:solidFill>
              </a:rPr>
              <a:t>m2</a:t>
            </a:r>
            <a:endParaRPr lang="ko-KR" altLang="en-US" sz="1400" dirty="0"/>
          </a:p>
        </p:txBody>
      </p:sp>
      <p:sp>
        <p:nvSpPr>
          <p:cNvPr id="19" name="box"/>
          <p:cNvSpPr/>
          <p:nvPr/>
        </p:nvSpPr>
        <p:spPr>
          <a:xfrm>
            <a:off x="2926080" y="5120640"/>
            <a:ext cx="1051560" cy="548640"/>
          </a:xfrm>
          <a:prstGeom prst="roundRect">
            <a:avLst>
              <a:gd name="adj" fmla="val 13333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0" name="Text 17"/>
          <p:cNvSpPr txBox="1"/>
          <p:nvPr/>
        </p:nvSpPr>
        <p:spPr>
          <a:xfrm>
            <a:off x="2926080" y="5120640"/>
            <a:ext cx="1051560" cy="5486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ctr" indent="0" marL="0" eaLnBrk="0">
              <a:buNone/>
            </a:pPr>
            <a:r>
              <a:rPr lang="ko-KR" altLang="en-US" sz="1400" b="1" dirty="0">
                <a:solidFill>
                  <a:schemeClr val="accent3"/>
                </a:solidFill>
              </a:rPr>
              <a:t>m3</a:t>
            </a:r>
            <a:endParaRPr lang="ko-KR" altLang="en-US" sz="1400" dirty="0"/>
          </a:p>
        </p:txBody>
      </p:sp>
      <p:sp>
        <p:nvSpPr>
          <p:cNvPr id="21" name="Text 18"/>
          <p:cNvSpPr txBox="1"/>
          <p:nvPr/>
        </p:nvSpPr>
        <p:spPr>
          <a:xfrm>
            <a:off x="4206240" y="5212080"/>
            <a:ext cx="7315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 eaLnBrk="0">
              <a:buNone/>
            </a:pPr>
            <a:r>
              <a:rPr lang="ko-KR" altLang="en-US" sz="1400" dirty="0">
                <a:solidFill>
                  <a:schemeClr val="tx2"/>
                </a:solidFill>
              </a:rPr>
              <a:t>_current = 1이면 m1, m2는 실행된 상태이고 m3는 되돌려 둔 명령이다.</a:t>
            </a:r>
            <a:endParaRPr lang="ko-KR" alt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11535" y="6400800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 eaLnBrk="0">
              <a:defRPr sz="1000">
                <a:solidFill>
                  <a:schemeClr val="accent3"/>
                </a:solidFill>
              </a:defRPr>
            </a:lvl1pPr>
          </a:lstStyle>
          <a:p>
            <a:pPr algn="r" eaLnBrk="0"/>
            <a:fld id="{F7021451-1387-4CA6-816F-3879F97B5CBC}" type="slidenum">
              <a:rPr b="0" lang="ko-KR" altLang="en-US"/>
              <a:t>19</a:t>
            </a:fld>
            <a:endParaRPr lang="ko-KR" altLang="en-US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cker"/>
          <p:cNvSpPr txBox="1"/>
          <p:nvPr/>
        </p:nvSpPr>
        <p:spPr>
          <a:xfrm>
            <a:off x="548640" y="329184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 eaLnBrk="0">
              <a:buNone/>
            </a:pPr>
            <a:r>
              <a:rPr lang="ko-KR" altLang="en-US" sz="1300" b="1" dirty="0">
                <a:solidFill>
                  <a:schemeClr val="accent1"/>
                </a:solidFill>
              </a:rPr>
              <a:t>되돌리기와 다시 하기</a:t>
            </a:r>
            <a:endParaRPr lang="ko-KR" altLang="en-US" sz="1300" dirty="0"/>
          </a:p>
        </p:txBody>
      </p:sp>
      <p:sp>
        <p:nvSpPr>
          <p:cNvPr id="3" name="Text 0"/>
          <p:cNvSpPr/>
          <p:nvPr>
            <p:ph idx="100" type="title" hasCustomPrompt="1"/>
          </p:nvPr>
        </p:nvSpPr>
        <p:spPr>
          <a:xfrm>
            <a:off x="548640" y="658368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 eaLnBrk="0">
              <a:buNone/>
            </a:pPr>
            <a:r>
              <a:rPr lang="ko-KR" altLang="en-US" sz="2600" b="1" dirty="0">
                <a:solidFill>
                  <a:schemeClr val="tx1"/>
                </a:solidFill>
              </a:rPr>
              <a:t>Undo는 위치를 한 칸 뒤로, Redo는 한 칸 앞으로 옮긴다</a:t>
            </a:r>
            <a:endParaRPr lang="ko-KR" altLang="en-US" sz="2600" dirty="0"/>
          </a:p>
        </p:txBody>
      </p:sp>
      <p:sp>
        <p:nvSpPr>
          <p:cNvPr id="4" name="bridge"/>
          <p:cNvSpPr txBox="1"/>
          <p:nvPr/>
        </p:nvSpPr>
        <p:spPr>
          <a:xfrm>
            <a:off x="548640" y="5870448"/>
            <a:ext cx="1109441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 eaLnBrk="0">
              <a:buNone/>
            </a:pPr>
            <a:r>
              <a:rPr lang="ko-KR" altLang="en-US" sz="1500" b="1" dirty="0">
                <a:solidFill>
                  <a:schemeClr val="accent1"/>
                </a:solidFill>
              </a:rPr>
              <a:t>다음 질문  </a:t>
            </a:r>
            <a:pPr indent="0" marL="0" eaLnBrk="0">
              <a:buNone/>
            </a:pPr>
            <a:r>
              <a:rPr lang="ko-KR" altLang="en-US" sz="1500" dirty="0">
                <a:solidFill>
                  <a:schemeClr val="tx2"/>
                </a:solidFill>
              </a:rPr>
              <a:t>실제 이동 몇 번으로 기록이 어떻게 바뀌는지 따라가 보자.</a:t>
            </a:r>
            <a:endParaRPr lang="ko-KR" altLang="en-US" sz="1500" dirty="0"/>
          </a:p>
        </p:txBody>
      </p:sp>
      <p:sp>
        <p:nvSpPr>
          <p:cNvPr id="6" name="codePanel"/>
          <p:cNvSpPr/>
          <p:nvPr/>
        </p:nvSpPr>
        <p:spPr>
          <a:xfrm>
            <a:off x="548640" y="1645920"/>
            <a:ext cx="6949440" cy="3200400"/>
          </a:xfrm>
          <a:prstGeom prst="roundRect">
            <a:avLst>
              <a:gd name="adj" fmla="val 2286"/>
            </a:avLst>
          </a:prstGeom>
          <a:solidFill>
            <a:schemeClr val="tx1"/>
          </a:solidFill>
          <a:ln w="12700">
            <a:solidFill>
              <a:schemeClr val="tx1"/>
            </a:solidFill>
            <a:prstDash val="solid"/>
          </a:ln>
        </p:spPr>
      </p:sp>
      <p:sp>
        <p:nvSpPr>
          <p:cNvPr id="7" name="code"/>
          <p:cNvSpPr txBox="1"/>
          <p:nvPr/>
        </p:nvSpPr>
        <p:spPr>
          <a:xfrm>
            <a:off x="658368" y="1737360"/>
            <a:ext cx="6729984" cy="30175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indent="0" marL="0" eaLnBrk="0">
              <a:buNone/>
            </a:pPr>
            <a:r>
              <a:rPr lang="ko-KR" altLang="en-US" sz="1300" dirty="0">
                <a:solidFill>
                  <a:schemeClr val="bg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public void Undo()</a:t>
            </a:r>
            <a:endParaRPr lang="ko-KR" altLang="en-US" sz="1300" dirty="0"/>
          </a:p>
          <a:p>
            <a:pPr indent="0" marL="0" eaLnBrk="0">
              <a:buNone/>
            </a:pPr>
            <a:r>
              <a:rPr lang="ko-KR" altLang="en-US" sz="1300" dirty="0">
                <a:solidFill>
                  <a:schemeClr val="bg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</a:t>
            </a:r>
            <a:endParaRPr lang="ko-KR" altLang="en-US" sz="1300" dirty="0"/>
          </a:p>
          <a:p>
            <a:pPr indent="0" marL="0" eaLnBrk="0">
              <a:buNone/>
            </a:pPr>
            <a:r>
              <a:rPr lang="ko-KR" altLang="en-US" sz="1300" dirty="0">
                <a:solidFill>
                  <a:schemeClr val="bg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if (_current &lt; 0) return;   // 되돌릴 명령이 없다</a:t>
            </a:r>
            <a:endParaRPr lang="ko-KR" altLang="en-US" sz="1300" dirty="0"/>
          </a:p>
          <a:p>
            <a:pPr indent="0" marL="0" eaLnBrk="0">
              <a:buNone/>
            </a:pPr>
            <a:r>
              <a:rPr lang="ko-KR" altLang="en-US" sz="1300" b="1" dirty="0">
                <a:solidFill>
                  <a:schemeClr val="accent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_commands[_current].Undo();</a:t>
            </a:r>
            <a:endParaRPr lang="ko-KR" altLang="en-US" sz="1300" dirty="0"/>
          </a:p>
          <a:p>
            <a:pPr indent="0" marL="0" eaLnBrk="0">
              <a:buNone/>
            </a:pPr>
            <a:r>
              <a:rPr lang="ko-KR" altLang="en-US" sz="1300" b="1" dirty="0">
                <a:solidFill>
                  <a:schemeClr val="accent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_current--;</a:t>
            </a:r>
            <a:endParaRPr lang="ko-KR" altLang="en-US" sz="1300" dirty="0"/>
          </a:p>
          <a:p>
            <a:pPr indent="0" marL="0" eaLnBrk="0">
              <a:buNone/>
            </a:pPr>
            <a:r>
              <a:rPr lang="ko-KR" altLang="en-US" sz="1300" dirty="0">
                <a:solidFill>
                  <a:schemeClr val="bg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ko-KR" altLang="en-US" sz="1300" dirty="0"/>
          </a:p>
          <a:p>
            <a:pPr indent="0" marL="0" eaLnBrk="0">
              <a:buNone/>
            </a:pPr>
            <a:r>
              <a:rPr lang="ko-KR" altLang="en-US" sz="1300" dirty="0">
                <a:solidFill>
                  <a:schemeClr val="bg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ko-KR" altLang="en-US" sz="1300" dirty="0"/>
          </a:p>
          <a:p>
            <a:pPr indent="0" marL="0" eaLnBrk="0">
              <a:buNone/>
            </a:pPr>
            <a:r>
              <a:rPr lang="ko-KR" altLang="en-US" sz="1300" dirty="0">
                <a:solidFill>
                  <a:schemeClr val="bg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public void Redo()</a:t>
            </a:r>
            <a:endParaRPr lang="ko-KR" altLang="en-US" sz="1300" dirty="0"/>
          </a:p>
          <a:p>
            <a:pPr indent="0" marL="0" eaLnBrk="0">
              <a:buNone/>
            </a:pPr>
            <a:r>
              <a:rPr lang="ko-KR" altLang="en-US" sz="1300" dirty="0">
                <a:solidFill>
                  <a:schemeClr val="bg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</a:t>
            </a:r>
            <a:endParaRPr lang="ko-KR" altLang="en-US" sz="1300" dirty="0"/>
          </a:p>
          <a:p>
            <a:pPr indent="0" marL="0" eaLnBrk="0">
              <a:buNone/>
            </a:pPr>
            <a:r>
              <a:rPr lang="ko-KR" altLang="en-US" sz="1300" b="1" dirty="0">
                <a:solidFill>
                  <a:schemeClr val="accent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if (_current + 1 &gt;= _commands.Count) return;   // 다시 할 명령이 없다</a:t>
            </a:r>
            <a:endParaRPr lang="ko-KR" altLang="en-US" sz="1300" dirty="0"/>
          </a:p>
          <a:p>
            <a:pPr indent="0" marL="0" eaLnBrk="0">
              <a:buNone/>
            </a:pPr>
            <a:r>
              <a:rPr lang="ko-KR" altLang="en-US" sz="1300" b="1" dirty="0">
                <a:solidFill>
                  <a:schemeClr val="accent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_current++;</a:t>
            </a:r>
            <a:endParaRPr lang="ko-KR" altLang="en-US" sz="1300" dirty="0"/>
          </a:p>
          <a:p>
            <a:pPr indent="0" marL="0" eaLnBrk="0">
              <a:buNone/>
            </a:pPr>
            <a:r>
              <a:rPr lang="ko-KR" altLang="en-US" sz="1300" dirty="0">
                <a:solidFill>
                  <a:schemeClr val="bg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_commands[_current].Execute();</a:t>
            </a:r>
            <a:endParaRPr lang="ko-KR" altLang="en-US" sz="1300" dirty="0"/>
          </a:p>
          <a:p>
            <a:pPr indent="0" marL="0" eaLnBrk="0">
              <a:buNone/>
            </a:pPr>
            <a:r>
              <a:rPr lang="ko-KR" altLang="en-US" sz="1300" dirty="0">
                <a:solidFill>
                  <a:schemeClr val="bg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ko-KR" altLang="en-US" sz="1300" dirty="0"/>
          </a:p>
        </p:txBody>
      </p:sp>
      <p:sp>
        <p:nvSpPr>
          <p:cNvPr id="8" name="codeCaption"/>
          <p:cNvSpPr txBox="1"/>
          <p:nvPr/>
        </p:nvSpPr>
        <p:spPr>
          <a:xfrm>
            <a:off x="4389120" y="1737360"/>
            <a:ext cx="2971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 eaLnBrk="0">
              <a:buNone/>
            </a:pPr>
            <a:r>
              <a:rPr lang="ko-KR" altLang="en-US" sz="1000" dirty="0">
                <a:solidFill>
                  <a:schemeClr val="accent3"/>
                </a:solidFill>
              </a:rPr>
              <a:t>CommandHistory의 나머지 메서드</a:t>
            </a:r>
            <a:endParaRPr lang="ko-KR" altLang="en-US" sz="1000" dirty="0"/>
          </a:p>
        </p:txBody>
      </p:sp>
      <p:sp>
        <p:nvSpPr>
          <p:cNvPr id="9" name="Text 6"/>
          <p:cNvSpPr txBox="1"/>
          <p:nvPr/>
        </p:nvSpPr>
        <p:spPr>
          <a:xfrm>
            <a:off x="7863840" y="1645920"/>
            <a:ext cx="377921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 eaLnBrk="0">
              <a:buNone/>
            </a:pPr>
            <a:r>
              <a:rPr lang="ko-KR" altLang="en-US" sz="1400" b="1" dirty="0">
                <a:solidFill>
                  <a:schemeClr val="tx1"/>
                </a:solidFill>
              </a:rPr>
              <a:t>Undo 전</a:t>
            </a:r>
            <a:endParaRPr lang="ko-KR" altLang="en-US" sz="1400" dirty="0"/>
          </a:p>
        </p:txBody>
      </p:sp>
      <p:sp>
        <p:nvSpPr>
          <p:cNvPr id="10" name="box"/>
          <p:cNvSpPr/>
          <p:nvPr/>
        </p:nvSpPr>
        <p:spPr>
          <a:xfrm>
            <a:off x="7863840" y="2011680"/>
            <a:ext cx="1051560" cy="502920"/>
          </a:xfrm>
          <a:prstGeom prst="roundRect">
            <a:avLst>
              <a:gd name="adj" fmla="val 14545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7863840" y="2011680"/>
            <a:ext cx="1051560" cy="5029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ctr" indent="0" marL="0" eaLnBrk="0">
              <a:buNone/>
            </a:pPr>
            <a:r>
              <a:rPr lang="ko-KR" altLang="en-US" sz="1300" b="1" dirty="0">
                <a:solidFill>
                  <a:schemeClr val="bg1"/>
                </a:solidFill>
              </a:rPr>
              <a:t>m1</a:t>
            </a:r>
            <a:endParaRPr lang="ko-KR" altLang="en-US" sz="1300" dirty="0"/>
          </a:p>
        </p:txBody>
      </p:sp>
      <p:sp>
        <p:nvSpPr>
          <p:cNvPr id="12" name="box"/>
          <p:cNvSpPr/>
          <p:nvPr/>
        </p:nvSpPr>
        <p:spPr>
          <a:xfrm>
            <a:off x="9052560" y="2011680"/>
            <a:ext cx="1051560" cy="502920"/>
          </a:xfrm>
          <a:prstGeom prst="roundRect">
            <a:avLst>
              <a:gd name="adj" fmla="val 14545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9052560" y="2011680"/>
            <a:ext cx="1051560" cy="5029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ctr" indent="0" marL="0" eaLnBrk="0">
              <a:buNone/>
            </a:pPr>
            <a:r>
              <a:rPr lang="ko-KR" altLang="en-US" sz="1300" b="1" dirty="0">
                <a:solidFill>
                  <a:schemeClr val="bg1"/>
                </a:solidFill>
              </a:rPr>
              <a:t>m2</a:t>
            </a:r>
            <a:endParaRPr lang="ko-KR" altLang="en-US" sz="1300" dirty="0"/>
          </a:p>
        </p:txBody>
      </p:sp>
      <p:sp>
        <p:nvSpPr>
          <p:cNvPr id="14" name="box"/>
          <p:cNvSpPr/>
          <p:nvPr/>
        </p:nvSpPr>
        <p:spPr>
          <a:xfrm>
            <a:off x="10241280" y="2011680"/>
            <a:ext cx="1051560" cy="502920"/>
          </a:xfrm>
          <a:prstGeom prst="roundRect">
            <a:avLst>
              <a:gd name="adj" fmla="val 14545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5" name="Text 12"/>
          <p:cNvSpPr txBox="1"/>
          <p:nvPr/>
        </p:nvSpPr>
        <p:spPr>
          <a:xfrm>
            <a:off x="10241280" y="2011680"/>
            <a:ext cx="1051560" cy="5029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ctr" indent="0" marL="0" eaLnBrk="0">
              <a:buNone/>
            </a:pPr>
            <a:r>
              <a:rPr lang="ko-KR" altLang="en-US" sz="1300" b="1" dirty="0">
                <a:solidFill>
                  <a:schemeClr val="bg1"/>
                </a:solidFill>
              </a:rPr>
              <a:t>m3</a:t>
            </a:r>
            <a:endParaRPr lang="ko-KR" altLang="en-US" sz="1300" dirty="0"/>
          </a:p>
        </p:txBody>
      </p:sp>
      <p:sp>
        <p:nvSpPr>
          <p:cNvPr id="16" name="Text 13"/>
          <p:cNvSpPr txBox="1"/>
          <p:nvPr/>
        </p:nvSpPr>
        <p:spPr>
          <a:xfrm>
            <a:off x="7863840" y="2560320"/>
            <a:ext cx="377921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 eaLnBrk="0">
              <a:buNone/>
            </a:pPr>
            <a:r>
              <a:rPr lang="ko-KR" altLang="en-US" sz="1200" dirty="0">
                <a:solidFill>
                  <a:schemeClr val="accent5"/>
                </a:solidFill>
              </a:rPr>
              <a:t>_current = 2</a:t>
            </a:r>
            <a:endParaRPr lang="ko-KR" altLang="en-US" sz="1200" dirty="0"/>
          </a:p>
        </p:txBody>
      </p:sp>
      <p:sp>
        <p:nvSpPr>
          <p:cNvPr id="17" name="Text 14"/>
          <p:cNvSpPr txBox="1"/>
          <p:nvPr/>
        </p:nvSpPr>
        <p:spPr>
          <a:xfrm>
            <a:off x="7863840" y="2971800"/>
            <a:ext cx="377921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 eaLnBrk="0">
              <a:buNone/>
            </a:pPr>
            <a:r>
              <a:rPr lang="ko-KR" altLang="en-US" sz="1400" b="1" dirty="0">
                <a:solidFill>
                  <a:schemeClr val="tx1"/>
                </a:solidFill>
              </a:rPr>
              <a:t>Undo 후: m3.Undo()</a:t>
            </a:r>
            <a:endParaRPr lang="ko-KR" altLang="en-US" sz="1400" dirty="0"/>
          </a:p>
        </p:txBody>
      </p:sp>
      <p:sp>
        <p:nvSpPr>
          <p:cNvPr id="18" name="box"/>
          <p:cNvSpPr/>
          <p:nvPr/>
        </p:nvSpPr>
        <p:spPr>
          <a:xfrm>
            <a:off x="7863840" y="3337560"/>
            <a:ext cx="1051560" cy="502920"/>
          </a:xfrm>
          <a:prstGeom prst="roundRect">
            <a:avLst>
              <a:gd name="adj" fmla="val 14545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9" name="Text 16"/>
          <p:cNvSpPr txBox="1"/>
          <p:nvPr/>
        </p:nvSpPr>
        <p:spPr>
          <a:xfrm>
            <a:off x="7863840" y="3337560"/>
            <a:ext cx="1051560" cy="5029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ctr" indent="0" marL="0" eaLnBrk="0">
              <a:buNone/>
            </a:pPr>
            <a:r>
              <a:rPr lang="ko-KR" altLang="en-US" sz="1300" b="1" dirty="0">
                <a:solidFill>
                  <a:schemeClr val="bg1"/>
                </a:solidFill>
              </a:rPr>
              <a:t>m1</a:t>
            </a:r>
            <a:endParaRPr lang="ko-KR" altLang="en-US" sz="1300" dirty="0"/>
          </a:p>
        </p:txBody>
      </p:sp>
      <p:sp>
        <p:nvSpPr>
          <p:cNvPr id="20" name="box"/>
          <p:cNvSpPr/>
          <p:nvPr/>
        </p:nvSpPr>
        <p:spPr>
          <a:xfrm>
            <a:off x="9052560" y="3337560"/>
            <a:ext cx="1051560" cy="502920"/>
          </a:xfrm>
          <a:prstGeom prst="roundRect">
            <a:avLst>
              <a:gd name="adj" fmla="val 14545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21" name="Text 18"/>
          <p:cNvSpPr txBox="1"/>
          <p:nvPr/>
        </p:nvSpPr>
        <p:spPr>
          <a:xfrm>
            <a:off x="9052560" y="3337560"/>
            <a:ext cx="1051560" cy="5029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ctr" indent="0" marL="0" eaLnBrk="0">
              <a:buNone/>
            </a:pPr>
            <a:r>
              <a:rPr lang="ko-KR" altLang="en-US" sz="1300" b="1" dirty="0">
                <a:solidFill>
                  <a:schemeClr val="bg1"/>
                </a:solidFill>
              </a:rPr>
              <a:t>m2</a:t>
            </a:r>
            <a:endParaRPr lang="ko-KR" altLang="en-US" sz="1300" dirty="0"/>
          </a:p>
        </p:txBody>
      </p:sp>
      <p:sp>
        <p:nvSpPr>
          <p:cNvPr id="22" name="box"/>
          <p:cNvSpPr/>
          <p:nvPr/>
        </p:nvSpPr>
        <p:spPr>
          <a:xfrm>
            <a:off x="10241280" y="3337560"/>
            <a:ext cx="1051560" cy="502920"/>
          </a:xfrm>
          <a:prstGeom prst="roundRect">
            <a:avLst>
              <a:gd name="adj" fmla="val 14545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3" name="Text 20"/>
          <p:cNvSpPr txBox="1"/>
          <p:nvPr/>
        </p:nvSpPr>
        <p:spPr>
          <a:xfrm>
            <a:off x="10241280" y="3337560"/>
            <a:ext cx="1051560" cy="5029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ctr" indent="0" marL="0" eaLnBrk="0">
              <a:buNone/>
            </a:pPr>
            <a:r>
              <a:rPr lang="ko-KR" altLang="en-US" sz="1300" b="1" dirty="0">
                <a:solidFill>
                  <a:schemeClr val="accent3"/>
                </a:solidFill>
              </a:rPr>
              <a:t>m3</a:t>
            </a:r>
            <a:endParaRPr lang="ko-KR" altLang="en-US" sz="1300" dirty="0"/>
          </a:p>
        </p:txBody>
      </p:sp>
      <p:sp>
        <p:nvSpPr>
          <p:cNvPr id="24" name="Text 21"/>
          <p:cNvSpPr txBox="1"/>
          <p:nvPr/>
        </p:nvSpPr>
        <p:spPr>
          <a:xfrm>
            <a:off x="7863840" y="3886200"/>
            <a:ext cx="377921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 eaLnBrk="0">
              <a:buNone/>
            </a:pPr>
            <a:r>
              <a:rPr lang="ko-KR" altLang="en-US" sz="1200" dirty="0">
                <a:solidFill>
                  <a:schemeClr val="accent5"/>
                </a:solidFill>
              </a:rPr>
              <a:t>_current = 1</a:t>
            </a:r>
            <a:endParaRPr lang="ko-KR" altLang="en-US" sz="1200" dirty="0"/>
          </a:p>
        </p:txBody>
      </p:sp>
      <p:sp>
        <p:nvSpPr>
          <p:cNvPr id="25" name="Text 22"/>
          <p:cNvSpPr txBox="1"/>
          <p:nvPr/>
        </p:nvSpPr>
        <p:spPr>
          <a:xfrm>
            <a:off x="7863840" y="4297680"/>
            <a:ext cx="377921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 eaLnBrk="0">
              <a:buNone/>
            </a:pPr>
            <a:r>
              <a:rPr lang="ko-KR" altLang="en-US" sz="1400" b="1" dirty="0">
                <a:solidFill>
                  <a:schemeClr val="tx1"/>
                </a:solidFill>
              </a:rPr>
              <a:t>Redo 후: m3.Execute()</a:t>
            </a:r>
            <a:endParaRPr lang="ko-KR" altLang="en-US" sz="1400" dirty="0"/>
          </a:p>
        </p:txBody>
      </p:sp>
      <p:sp>
        <p:nvSpPr>
          <p:cNvPr id="26" name="box"/>
          <p:cNvSpPr/>
          <p:nvPr/>
        </p:nvSpPr>
        <p:spPr>
          <a:xfrm>
            <a:off x="7863840" y="4663440"/>
            <a:ext cx="1051560" cy="502920"/>
          </a:xfrm>
          <a:prstGeom prst="roundRect">
            <a:avLst>
              <a:gd name="adj" fmla="val 14545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27" name="Text 24"/>
          <p:cNvSpPr txBox="1"/>
          <p:nvPr/>
        </p:nvSpPr>
        <p:spPr>
          <a:xfrm>
            <a:off x="7863840" y="4663440"/>
            <a:ext cx="1051560" cy="5029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ctr" indent="0" marL="0" eaLnBrk="0">
              <a:buNone/>
            </a:pPr>
            <a:r>
              <a:rPr lang="ko-KR" altLang="en-US" sz="1300" b="1" dirty="0">
                <a:solidFill>
                  <a:schemeClr val="bg1"/>
                </a:solidFill>
              </a:rPr>
              <a:t>m1</a:t>
            </a:r>
            <a:endParaRPr lang="ko-KR" altLang="en-US" sz="1300" dirty="0"/>
          </a:p>
        </p:txBody>
      </p:sp>
      <p:sp>
        <p:nvSpPr>
          <p:cNvPr id="28" name="box"/>
          <p:cNvSpPr/>
          <p:nvPr/>
        </p:nvSpPr>
        <p:spPr>
          <a:xfrm>
            <a:off x="9052560" y="4663440"/>
            <a:ext cx="1051560" cy="502920"/>
          </a:xfrm>
          <a:prstGeom prst="roundRect">
            <a:avLst>
              <a:gd name="adj" fmla="val 14545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29" name="Text 26"/>
          <p:cNvSpPr txBox="1"/>
          <p:nvPr/>
        </p:nvSpPr>
        <p:spPr>
          <a:xfrm>
            <a:off x="9052560" y="4663440"/>
            <a:ext cx="1051560" cy="5029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ctr" indent="0" marL="0" eaLnBrk="0">
              <a:buNone/>
            </a:pPr>
            <a:r>
              <a:rPr lang="ko-KR" altLang="en-US" sz="1300" b="1" dirty="0">
                <a:solidFill>
                  <a:schemeClr val="bg1"/>
                </a:solidFill>
              </a:rPr>
              <a:t>m2</a:t>
            </a:r>
            <a:endParaRPr lang="ko-KR" altLang="en-US" sz="1300" dirty="0"/>
          </a:p>
        </p:txBody>
      </p:sp>
      <p:sp>
        <p:nvSpPr>
          <p:cNvPr id="30" name="box"/>
          <p:cNvSpPr/>
          <p:nvPr/>
        </p:nvSpPr>
        <p:spPr>
          <a:xfrm>
            <a:off x="10241280" y="4663440"/>
            <a:ext cx="1051560" cy="502920"/>
          </a:xfrm>
          <a:prstGeom prst="roundRect">
            <a:avLst>
              <a:gd name="adj" fmla="val 14545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31" name="Text 28"/>
          <p:cNvSpPr txBox="1"/>
          <p:nvPr/>
        </p:nvSpPr>
        <p:spPr>
          <a:xfrm>
            <a:off x="10241280" y="4663440"/>
            <a:ext cx="1051560" cy="5029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ctr" indent="0" marL="0" eaLnBrk="0">
              <a:buNone/>
            </a:pPr>
            <a:r>
              <a:rPr lang="ko-KR" altLang="en-US" sz="1300" b="1" dirty="0">
                <a:solidFill>
                  <a:schemeClr val="bg1"/>
                </a:solidFill>
              </a:rPr>
              <a:t>m3</a:t>
            </a:r>
            <a:endParaRPr lang="ko-KR" altLang="en-US" sz="1300" dirty="0"/>
          </a:p>
        </p:txBody>
      </p:sp>
      <p:sp>
        <p:nvSpPr>
          <p:cNvPr id="32" name="Text 29"/>
          <p:cNvSpPr txBox="1"/>
          <p:nvPr/>
        </p:nvSpPr>
        <p:spPr>
          <a:xfrm>
            <a:off x="7863840" y="5212080"/>
            <a:ext cx="377921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 eaLnBrk="0">
              <a:buNone/>
            </a:pPr>
            <a:r>
              <a:rPr lang="ko-KR" altLang="en-US" sz="1200" dirty="0">
                <a:solidFill>
                  <a:schemeClr val="accent5"/>
                </a:solidFill>
              </a:rPr>
              <a:t>_current = 2</a:t>
            </a:r>
            <a:endParaRPr lang="ko-KR" altLang="en-US" sz="1200" dirty="0"/>
          </a:p>
        </p:txBody>
      </p:sp>
      <p:sp>
        <p:nvSpPr>
          <p:cNvPr id="33" name="Text 30"/>
          <p:cNvSpPr txBox="1"/>
          <p:nvPr/>
        </p:nvSpPr>
        <p:spPr>
          <a:xfrm>
            <a:off x="548640" y="5120640"/>
            <a:ext cx="6949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 eaLnBrk="0">
              <a:buNone/>
            </a:pPr>
            <a:r>
              <a:rPr lang="ko-KR" altLang="en-US" sz="1500" dirty="0">
                <a:solidFill>
                  <a:schemeClr val="tx2"/>
                </a:solidFill>
              </a:rPr>
              <a:t>Undo와 Redo는 목록을 지우지 않는다. 위치만 옮긴다.</a:t>
            </a:r>
            <a:endParaRPr lang="ko-KR" alt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11535" y="6400800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 eaLnBrk="0">
              <a:defRPr sz="1000">
                <a:solidFill>
                  <a:schemeClr val="accent3"/>
                </a:solidFill>
              </a:defRPr>
            </a:lvl1pPr>
          </a:lstStyle>
          <a:p>
            <a:pPr algn="r" eaLnBrk="0"/>
            <a:fld id="{F7021451-1387-4CA6-816F-3879F97B5CBC}" type="slidenum">
              <a:rPr b="0" lang="ko-KR" altLang="en-US"/>
              <a:t>20</a:t>
            </a:fld>
            <a:endParaRPr lang="ko-KR" altLang="en-US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cker"/>
          <p:cNvSpPr txBox="1"/>
          <p:nvPr/>
        </p:nvSpPr>
        <p:spPr>
          <a:xfrm>
            <a:off x="548640" y="329184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 eaLnBrk="0">
              <a:buNone/>
            </a:pPr>
            <a:r>
              <a:rPr lang="ko-KR" altLang="en-US" sz="1300" b="1" dirty="0">
                <a:solidFill>
                  <a:schemeClr val="accent1"/>
                </a:solidFill>
              </a:rPr>
              <a:t>추적</a:t>
            </a:r>
            <a:endParaRPr lang="ko-KR" altLang="en-US" sz="1300" dirty="0"/>
          </a:p>
        </p:txBody>
      </p:sp>
      <p:sp>
        <p:nvSpPr>
          <p:cNvPr id="3" name="Text 0"/>
          <p:cNvSpPr/>
          <p:nvPr>
            <p:ph idx="100" type="title" hasCustomPrompt="1"/>
          </p:nvPr>
        </p:nvSpPr>
        <p:spPr>
          <a:xfrm>
            <a:off x="548640" y="658368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 eaLnBrk="0">
              <a:buNone/>
            </a:pPr>
            <a:r>
              <a:rPr lang="ko-KR" altLang="en-US" sz="2600" b="1" dirty="0">
                <a:solidFill>
                  <a:schemeClr val="tx1"/>
                </a:solidFill>
              </a:rPr>
              <a:t>이동, 되돌리기, 다시 하기를 차례로 따라간다</a:t>
            </a:r>
            <a:endParaRPr lang="ko-KR" altLang="en-US" sz="2600" dirty="0"/>
          </a:p>
        </p:txBody>
      </p:sp>
      <p:sp>
        <p:nvSpPr>
          <p:cNvPr id="4" name="bridge"/>
          <p:cNvSpPr txBox="1"/>
          <p:nvPr/>
        </p:nvSpPr>
        <p:spPr>
          <a:xfrm>
            <a:off x="548640" y="5870448"/>
            <a:ext cx="1109441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 eaLnBrk="0">
              <a:buNone/>
            </a:pPr>
            <a:r>
              <a:rPr lang="ko-KR" altLang="en-US" sz="1500" b="1" dirty="0">
                <a:solidFill>
                  <a:schemeClr val="accent1"/>
                </a:solidFill>
              </a:rPr>
              <a:t>다음 질문  </a:t>
            </a:r>
            <a:pPr indent="0" marL="0" eaLnBrk="0">
              <a:buNone/>
            </a:pPr>
            <a:r>
              <a:rPr lang="ko-KR" altLang="en-US" sz="1500" dirty="0">
                <a:solidFill>
                  <a:schemeClr val="tx2"/>
                </a:solidFill>
              </a:rPr>
              <a:t>기록을 남기는 다른 방법과 비교하면 명령은 무엇이 좋을까?</a:t>
            </a:r>
            <a:endParaRPr lang="ko-KR" altLang="en-US" sz="1500" dirty="0"/>
          </a:p>
        </p:txBody>
      </p:sp>
      <p:graphicFrame>
        <p:nvGraphicFramePr>
          <p:cNvPr id="2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645920"/>
          <a:ext cx="11094415" cy="914400"/>
        </p:xfrm>
        <a:graphic>
          <a:graphicData uri="http://schemas.openxmlformats.org/drawingml/2006/table">
            <a:tbl>
              <a:tblPr/>
              <a:tblGrid>
                <a:gridCol w="1828800"/>
                <a:gridCol w="1463040"/>
                <a:gridCol w="1737360"/>
                <a:gridCol w="1280160"/>
                <a:gridCol w="4785055"/>
              </a:tblGrid>
              <a:tr h="475488">
                <a:tc>
                  <a:txBody>
                    <a:bodyPr/>
                    <a:lstStyle/>
                    <a:p>
                      <a:pPr indent="0" marL="0" eaLnBrk="0">
                        <a:buNone/>
                      </a:pPr>
                      <a:r>
                        <a:rPr lang="ko-KR" altLang="en-US" sz="1400" b="1" dirty="0">
                          <a:solidFill>
                            <a:schemeClr val="bg1"/>
                          </a:solidFill>
                        </a:rPr>
                        <a:t>동작</a:t>
                      </a:r>
                      <a:endParaRPr lang="ko-KR" altLang="en-US" sz="1400" dirty="0"/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 eaLnBrk="0">
                        <a:buNone/>
                      </a:pPr>
                      <a:r>
                        <a:rPr lang="ko-KR" altLang="en-US" sz="1400" b="1" dirty="0">
                          <a:solidFill>
                            <a:schemeClr val="bg1"/>
                          </a:solidFill>
                        </a:rPr>
                        <a:t>유닛 위치</a:t>
                      </a:r>
                      <a:endParaRPr lang="ko-KR" altLang="en-US" sz="1400" dirty="0"/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 eaLnBrk="0">
                        <a:buNone/>
                      </a:pPr>
                      <a:r>
                        <a:rPr lang="ko-KR" altLang="en-US" sz="1400" b="1" dirty="0">
                          <a:solidFill>
                            <a:schemeClr val="bg1"/>
                          </a:solidFill>
                        </a:rPr>
                        <a:t>기록</a:t>
                      </a:r>
                      <a:endParaRPr lang="ko-KR" altLang="en-US" sz="1400" dirty="0"/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 eaLnBrk="0">
                        <a:buNone/>
                      </a:pPr>
                      <a:r>
                        <a:rPr lang="ko-KR" altLang="en-US" sz="1400" b="1" dirty="0">
                          <a:solidFill>
                            <a:schemeClr val="bg1"/>
                          </a:solidFill>
                        </a:rPr>
                        <a:t>_current</a:t>
                      </a:r>
                      <a:endParaRPr lang="ko-KR" altLang="en-US" sz="1400" dirty="0"/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 eaLnBrk="0">
                        <a:buNone/>
                      </a:pPr>
                      <a:r>
                        <a:rPr lang="ko-KR" altLang="en-US" sz="1400" b="1" dirty="0">
                          <a:solidFill>
                            <a:schemeClr val="bg1"/>
                          </a:solidFill>
                        </a:rPr>
                        <a:t>설명</a:t>
                      </a:r>
                      <a:endParaRPr lang="ko-KR" altLang="en-US" sz="1400" dirty="0"/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 eaLnBrk="0">
                        <a:buNone/>
                      </a:pPr>
                      <a:r>
                        <a:rPr lang="ko-KR" altLang="en-US" sz="1400" b="1" dirty="0">
                          <a:solidFill>
                            <a:schemeClr val="tx1"/>
                          </a:solidFill>
                        </a:rPr>
                        <a:t>시작</a:t>
                      </a:r>
                      <a:endParaRPr lang="ko-KR" altLang="en-US" sz="1400" dirty="0"/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 eaLnBrk="0">
                        <a:buNone/>
                      </a:pPr>
                      <a:r>
                        <a:rPr lang="ko-KR" altLang="en-US" sz="1400" dirty="0">
                          <a:solidFill>
                            <a:schemeClr val="tx2"/>
                          </a:solidFill>
                        </a:rPr>
                        <a:t>(2,2)</a:t>
                      </a:r>
                      <a:endParaRPr lang="ko-KR" altLang="en-US" sz="1400" dirty="0"/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 eaLnBrk="0">
                        <a:buNone/>
                      </a:pPr>
                      <a:r>
                        <a:rPr lang="ko-KR" altLang="en-US" sz="1400" dirty="0">
                          <a:solidFill>
                            <a:schemeClr val="tx2"/>
                          </a:solidFill>
                        </a:rPr>
                        <a:t>[ ]</a:t>
                      </a:r>
                      <a:endParaRPr lang="ko-KR" altLang="en-US" sz="1400" dirty="0"/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 eaLnBrk="0">
                        <a:buNone/>
                      </a:pPr>
                      <a:r>
                        <a:rPr lang="ko-KR" altLang="en-US" sz="1400" dirty="0">
                          <a:solidFill>
                            <a:schemeClr val="tx2"/>
                          </a:solidFill>
                        </a:rPr>
                        <a:t>-1</a:t>
                      </a:r>
                      <a:endParaRPr lang="ko-KR" altLang="en-US" sz="1400" dirty="0"/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 eaLnBrk="0">
                        <a:buNone/>
                      </a:pPr>
                      <a:endParaRPr lang="ko-KR" altLang="en-US" sz="1400" dirty="0"/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 eaLnBrk="0">
                        <a:buNone/>
                      </a:pPr>
                      <a:r>
                        <a:rPr lang="ko-KR" altLang="en-US" sz="1400" b="1" dirty="0">
                          <a:solidFill>
                            <a:schemeClr val="tx1"/>
                          </a:solidFill>
                        </a:rPr>
                        <a:t>위로 이동</a:t>
                      </a:r>
                      <a:endParaRPr lang="ko-KR" altLang="en-US" sz="1400" dirty="0"/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 eaLnBrk="0">
                        <a:buNone/>
                      </a:pPr>
                      <a:r>
                        <a:rPr lang="ko-KR" altLang="en-US" sz="1400" dirty="0">
                          <a:solidFill>
                            <a:schemeClr val="tx2"/>
                          </a:solidFill>
                        </a:rPr>
                        <a:t>(2,1)</a:t>
                      </a:r>
                      <a:endParaRPr lang="ko-KR" altLang="en-US" sz="1400" dirty="0"/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 eaLnBrk="0">
                        <a:buNone/>
                      </a:pPr>
                      <a:r>
                        <a:rPr lang="ko-KR" altLang="en-US" sz="1400" dirty="0">
                          <a:solidFill>
                            <a:schemeClr val="tx2"/>
                          </a:solidFill>
                        </a:rPr>
                        <a:t>[m1]</a:t>
                      </a:r>
                      <a:endParaRPr lang="ko-KR" altLang="en-US" sz="1400" dirty="0"/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 eaLnBrk="0">
                        <a:buNone/>
                      </a:pPr>
                      <a:r>
                        <a:rPr lang="ko-KR" altLang="en-US" sz="1400" dirty="0">
                          <a:solidFill>
                            <a:schemeClr val="tx2"/>
                          </a:solidFill>
                        </a:rPr>
                        <a:t>0</a:t>
                      </a:r>
                      <a:endParaRPr lang="ko-KR" altLang="en-US" sz="1400" dirty="0"/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 eaLnBrk="0">
                        <a:buNone/>
                      </a:pPr>
                      <a:r>
                        <a:rPr lang="ko-KR" altLang="en-US" sz="1400" dirty="0">
                          <a:solidFill>
                            <a:schemeClr val="tx2"/>
                          </a:solidFill>
                        </a:rPr>
                        <a:t>m1은 출발 위치 (2,2)를 기억한다</a:t>
                      </a:r>
                      <a:endParaRPr lang="ko-KR" altLang="en-US" sz="1400" dirty="0"/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 eaLnBrk="0">
                        <a:buNone/>
                      </a:pPr>
                      <a:r>
                        <a:rPr lang="ko-KR" altLang="en-US" sz="1400" b="1" dirty="0">
                          <a:solidFill>
                            <a:schemeClr val="tx1"/>
                          </a:solidFill>
                        </a:rPr>
                        <a:t>오른쪽 이동</a:t>
                      </a:r>
                      <a:endParaRPr lang="ko-KR" altLang="en-US" sz="1400" dirty="0"/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 eaLnBrk="0">
                        <a:buNone/>
                      </a:pPr>
                      <a:r>
                        <a:rPr lang="ko-KR" altLang="en-US" sz="1400" dirty="0">
                          <a:solidFill>
                            <a:schemeClr val="tx2"/>
                          </a:solidFill>
                        </a:rPr>
                        <a:t>(3,1)</a:t>
                      </a:r>
                      <a:endParaRPr lang="ko-KR" altLang="en-US" sz="1400" dirty="0"/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 eaLnBrk="0">
                        <a:buNone/>
                      </a:pPr>
                      <a:r>
                        <a:rPr lang="ko-KR" altLang="en-US" sz="1400" dirty="0">
                          <a:solidFill>
                            <a:schemeClr val="tx2"/>
                          </a:solidFill>
                        </a:rPr>
                        <a:t>[m1, m2]</a:t>
                      </a:r>
                      <a:endParaRPr lang="ko-KR" altLang="en-US" sz="1400" dirty="0"/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 eaLnBrk="0">
                        <a:buNone/>
                      </a:pPr>
                      <a:r>
                        <a:rPr lang="ko-KR" altLang="en-US" sz="1400" dirty="0">
                          <a:solidFill>
                            <a:schemeClr val="tx2"/>
                          </a:solidFill>
                        </a:rPr>
                        <a:t>1</a:t>
                      </a:r>
                      <a:endParaRPr lang="ko-KR" altLang="en-US" sz="1400" dirty="0"/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 eaLnBrk="0">
                        <a:buNone/>
                      </a:pPr>
                      <a:r>
                        <a:rPr lang="ko-KR" altLang="en-US" sz="1400" dirty="0">
                          <a:solidFill>
                            <a:schemeClr val="tx2"/>
                          </a:solidFill>
                        </a:rPr>
                        <a:t>m2는 출발 위치 (2,1)을 기억한다</a:t>
                      </a:r>
                      <a:endParaRPr lang="ko-KR" altLang="en-US" sz="1400" dirty="0"/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 eaLnBrk="0">
                        <a:buNone/>
                      </a:pPr>
                      <a:r>
                        <a:rPr lang="ko-KR" altLang="en-US" sz="1400" b="1" dirty="0">
                          <a:solidFill>
                            <a:schemeClr val="tx1"/>
                          </a:solidFill>
                        </a:rPr>
                        <a:t>Undo</a:t>
                      </a:r>
                      <a:endParaRPr lang="ko-KR" altLang="en-US" sz="1400" dirty="0"/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 eaLnBrk="0">
                        <a:buNone/>
                      </a:pPr>
                      <a:r>
                        <a:rPr lang="ko-KR" altLang="en-US" sz="1400" dirty="0">
                          <a:solidFill>
                            <a:schemeClr val="tx2"/>
                          </a:solidFill>
                        </a:rPr>
                        <a:t>(2,1)</a:t>
                      </a:r>
                      <a:endParaRPr lang="ko-KR" altLang="en-US" sz="1400" dirty="0"/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 eaLnBrk="0">
                        <a:buNone/>
                      </a:pPr>
                      <a:r>
                        <a:rPr lang="ko-KR" altLang="en-US" sz="1400" dirty="0">
                          <a:solidFill>
                            <a:schemeClr val="tx2"/>
                          </a:solidFill>
                        </a:rPr>
                        <a:t>[m1, m2]</a:t>
                      </a:r>
                      <a:endParaRPr lang="ko-KR" altLang="en-US" sz="1400" dirty="0"/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 eaLnBrk="0">
                        <a:buNone/>
                      </a:pPr>
                      <a:r>
                        <a:rPr lang="ko-KR" altLang="en-US" sz="1400" dirty="0">
                          <a:solidFill>
                            <a:schemeClr val="tx2"/>
                          </a:solidFill>
                        </a:rPr>
                        <a:t>0</a:t>
                      </a:r>
                      <a:endParaRPr lang="ko-KR" altLang="en-US" sz="1400" dirty="0"/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 eaLnBrk="0">
                        <a:buNone/>
                      </a:pPr>
                      <a:r>
                        <a:rPr lang="ko-KR" altLang="en-US" sz="1400" dirty="0">
                          <a:solidFill>
                            <a:schemeClr val="tx2"/>
                          </a:solidFill>
                        </a:rPr>
                        <a:t>m2.Undo()</a:t>
                      </a:r>
                      <a:endParaRPr lang="ko-KR" altLang="en-US" sz="1400" dirty="0"/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 eaLnBrk="0">
                        <a:buNone/>
                      </a:pPr>
                      <a:r>
                        <a:rPr lang="ko-KR" altLang="en-US" sz="1400" b="1" dirty="0">
                          <a:solidFill>
                            <a:schemeClr val="tx1"/>
                          </a:solidFill>
                        </a:rPr>
                        <a:t>Undo</a:t>
                      </a:r>
                      <a:endParaRPr lang="ko-KR" altLang="en-US" sz="1400" dirty="0"/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 eaLnBrk="0">
                        <a:buNone/>
                      </a:pPr>
                      <a:r>
                        <a:rPr lang="ko-KR" altLang="en-US" sz="1400" dirty="0">
                          <a:solidFill>
                            <a:schemeClr val="tx2"/>
                          </a:solidFill>
                        </a:rPr>
                        <a:t>(2,2)</a:t>
                      </a:r>
                      <a:endParaRPr lang="ko-KR" altLang="en-US" sz="1400" dirty="0"/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 eaLnBrk="0">
                        <a:buNone/>
                      </a:pPr>
                      <a:r>
                        <a:rPr lang="ko-KR" altLang="en-US" sz="1400" dirty="0">
                          <a:solidFill>
                            <a:schemeClr val="tx2"/>
                          </a:solidFill>
                        </a:rPr>
                        <a:t>[m1, m2]</a:t>
                      </a:r>
                      <a:endParaRPr lang="ko-KR" altLang="en-US" sz="1400" dirty="0"/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 eaLnBrk="0">
                        <a:buNone/>
                      </a:pPr>
                      <a:r>
                        <a:rPr lang="ko-KR" altLang="en-US" sz="1400" dirty="0">
                          <a:solidFill>
                            <a:schemeClr val="tx2"/>
                          </a:solidFill>
                        </a:rPr>
                        <a:t>-1</a:t>
                      </a:r>
                      <a:endParaRPr lang="ko-KR" altLang="en-US" sz="1400" dirty="0"/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 eaLnBrk="0">
                        <a:buNone/>
                      </a:pPr>
                      <a:r>
                        <a:rPr lang="ko-KR" altLang="en-US" sz="1400" dirty="0">
                          <a:solidFill>
                            <a:schemeClr val="tx2"/>
                          </a:solidFill>
                        </a:rPr>
                        <a:t>m1.Undo()</a:t>
                      </a:r>
                      <a:endParaRPr lang="ko-KR" altLang="en-US" sz="1400" dirty="0"/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 eaLnBrk="0">
                        <a:buNone/>
                      </a:pPr>
                      <a:r>
                        <a:rPr lang="ko-KR" altLang="en-US" sz="1400" b="1" dirty="0">
                          <a:solidFill>
                            <a:schemeClr val="tx1"/>
                          </a:solidFill>
                        </a:rPr>
                        <a:t>Redo</a:t>
                      </a:r>
                      <a:endParaRPr lang="ko-KR" altLang="en-US" sz="1400" dirty="0"/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 eaLnBrk="0">
                        <a:buNone/>
                      </a:pPr>
                      <a:r>
                        <a:rPr lang="ko-KR" altLang="en-US" sz="1400" dirty="0">
                          <a:solidFill>
                            <a:schemeClr val="tx2"/>
                          </a:solidFill>
                        </a:rPr>
                        <a:t>(2,1)</a:t>
                      </a:r>
                      <a:endParaRPr lang="ko-KR" altLang="en-US" sz="1400" dirty="0"/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 eaLnBrk="0">
                        <a:buNone/>
                      </a:pPr>
                      <a:r>
                        <a:rPr lang="ko-KR" altLang="en-US" sz="1400" dirty="0">
                          <a:solidFill>
                            <a:schemeClr val="tx2"/>
                          </a:solidFill>
                        </a:rPr>
                        <a:t>[m1, m2]</a:t>
                      </a:r>
                      <a:endParaRPr lang="ko-KR" altLang="en-US" sz="1400" dirty="0"/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 eaLnBrk="0">
                        <a:buNone/>
                      </a:pPr>
                      <a:r>
                        <a:rPr lang="ko-KR" altLang="en-US" sz="1400" dirty="0">
                          <a:solidFill>
                            <a:schemeClr val="tx2"/>
                          </a:solidFill>
                        </a:rPr>
                        <a:t>0</a:t>
                      </a:r>
                      <a:endParaRPr lang="ko-KR" altLang="en-US" sz="1400" dirty="0"/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 eaLnBrk="0">
                        <a:buNone/>
                      </a:pPr>
                      <a:r>
                        <a:rPr lang="ko-KR" altLang="en-US" sz="1400" dirty="0">
                          <a:solidFill>
                            <a:schemeClr val="tx2"/>
                          </a:solidFill>
                        </a:rPr>
                        <a:t>m1.Execute()</a:t>
                      </a:r>
                      <a:endParaRPr lang="ko-KR" altLang="en-US" sz="1400" dirty="0"/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 eaLnBrk="0">
                        <a:buNone/>
                      </a:pPr>
                      <a:r>
                        <a:rPr lang="ko-KR" altLang="en-US" sz="1400" b="1" dirty="0">
                          <a:solidFill>
                            <a:schemeClr val="tx1"/>
                          </a:solidFill>
                        </a:rPr>
                        <a:t>아래로 이동</a:t>
                      </a:r>
                      <a:endParaRPr lang="ko-KR" altLang="en-US" sz="1400" dirty="0"/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 eaLnBrk="0">
                        <a:buNone/>
                      </a:pPr>
                      <a:r>
                        <a:rPr lang="ko-KR" altLang="en-US" sz="1400" dirty="0">
                          <a:solidFill>
                            <a:schemeClr val="tx2"/>
                          </a:solidFill>
                        </a:rPr>
                        <a:t>(2,2)</a:t>
                      </a:r>
                      <a:endParaRPr lang="ko-KR" altLang="en-US" sz="1400" dirty="0"/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 eaLnBrk="0">
                        <a:buNone/>
                      </a:pPr>
                      <a:r>
                        <a:rPr lang="ko-KR" altLang="en-US" sz="1400" dirty="0">
                          <a:solidFill>
                            <a:schemeClr val="tx2"/>
                          </a:solidFill>
                        </a:rPr>
                        <a:t>[m1, m3]</a:t>
                      </a:r>
                      <a:endParaRPr lang="ko-KR" altLang="en-US" sz="1400" dirty="0"/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 eaLnBrk="0">
                        <a:buNone/>
                      </a:pPr>
                      <a:r>
                        <a:rPr lang="ko-KR" altLang="en-US" sz="1400" dirty="0">
                          <a:solidFill>
                            <a:schemeClr val="tx2"/>
                          </a:solidFill>
                        </a:rPr>
                        <a:t>1</a:t>
                      </a:r>
                      <a:endParaRPr lang="ko-KR" altLang="en-US" sz="1400" dirty="0"/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 eaLnBrk="0">
                        <a:buNone/>
                      </a:pPr>
                      <a:r>
                        <a:rPr lang="ko-KR" altLang="en-US" sz="1400" dirty="0">
                          <a:solidFill>
                            <a:schemeClr val="tx2"/>
                          </a:solidFill>
                        </a:rPr>
                        <a:t>되돌려 두었던 m2를 버리고 m3를 쌓는다</a:t>
                      </a:r>
                      <a:endParaRPr lang="ko-KR" altLang="en-US" sz="1400" dirty="0"/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11535" y="6400800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 eaLnBrk="0">
              <a:defRPr sz="1000">
                <a:solidFill>
                  <a:schemeClr val="accent3"/>
                </a:solidFill>
              </a:defRPr>
            </a:lvl1pPr>
          </a:lstStyle>
          <a:p>
            <a:pPr algn="r" eaLnBrk="0"/>
            <a:fld id="{F7021451-1387-4CA6-816F-3879F97B5CBC}" type="slidenum">
              <a:rPr b="0" lang="ko-KR" altLang="en-US"/>
              <a:t>21</a:t>
            </a:fld>
            <a:endParaRPr lang="ko-KR" altLang="en-US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cker"/>
          <p:cNvSpPr txBox="1"/>
          <p:nvPr/>
        </p:nvSpPr>
        <p:spPr>
          <a:xfrm>
            <a:off x="548640" y="329184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 eaLnBrk="0">
              <a:buNone/>
            </a:pPr>
            <a:r>
              <a:rPr lang="ko-KR" altLang="en-US" sz="1300" b="1" dirty="0">
                <a:solidFill>
                  <a:schemeClr val="accent1"/>
                </a:solidFill>
              </a:rPr>
              <a:t>명령으로 기록하는 이유</a:t>
            </a:r>
            <a:endParaRPr lang="ko-KR" altLang="en-US" sz="1300" dirty="0"/>
          </a:p>
        </p:txBody>
      </p:sp>
      <p:sp>
        <p:nvSpPr>
          <p:cNvPr id="3" name="Text 0"/>
          <p:cNvSpPr/>
          <p:nvPr>
            <p:ph idx="100" type="title" hasCustomPrompt="1"/>
          </p:nvPr>
        </p:nvSpPr>
        <p:spPr>
          <a:xfrm>
            <a:off x="548640" y="658368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 eaLnBrk="0">
              <a:buNone/>
            </a:pPr>
            <a:r>
              <a:rPr lang="ko-KR" altLang="en-US" sz="2600" b="1" dirty="0">
                <a:solidFill>
                  <a:schemeClr val="tx1"/>
                </a:solidFill>
              </a:rPr>
              <a:t>바뀐 값만 기억하므로 기록이 가볍다</a:t>
            </a:r>
            <a:endParaRPr lang="ko-KR" altLang="en-US" sz="2600" dirty="0"/>
          </a:p>
        </p:txBody>
      </p:sp>
      <p:sp>
        <p:nvSpPr>
          <p:cNvPr id="4" name="bridge"/>
          <p:cNvSpPr txBox="1"/>
          <p:nvPr/>
        </p:nvSpPr>
        <p:spPr>
          <a:xfrm>
            <a:off x="548640" y="5870448"/>
            <a:ext cx="1109441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 eaLnBrk="0">
              <a:buNone/>
            </a:pPr>
            <a:r>
              <a:rPr lang="ko-KR" altLang="en-US" sz="1500" b="1" dirty="0">
                <a:solidFill>
                  <a:schemeClr val="accent1"/>
                </a:solidFill>
              </a:rPr>
              <a:t>다음 질문  </a:t>
            </a:r>
            <a:pPr indent="0" marL="0" eaLnBrk="0">
              <a:buNone/>
            </a:pPr>
            <a:r>
              <a:rPr lang="ko-KR" altLang="en-US" sz="1500" dirty="0">
                <a:solidFill>
                  <a:schemeClr val="tx2"/>
                </a:solidFill>
              </a:rPr>
              <a:t>그런데 명령마다 클래스를 꼭 만들어야 할까?</a:t>
            </a:r>
            <a:endParaRPr lang="ko-KR" altLang="en-US" sz="1500" dirty="0"/>
          </a:p>
        </p:txBody>
      </p:sp>
      <p:sp>
        <p:nvSpPr>
          <p:cNvPr id="6" name="Shape 3"/>
          <p:cNvSpPr/>
          <p:nvPr/>
        </p:nvSpPr>
        <p:spPr>
          <a:xfrm>
            <a:off x="548640" y="1691640"/>
            <a:ext cx="5349240" cy="2377440"/>
          </a:xfrm>
          <a:prstGeom prst="roundRect">
            <a:avLst>
              <a:gd name="adj" fmla="val 3846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822960" y="1874520"/>
            <a:ext cx="4846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 eaLnBrk="0">
              <a:buNone/>
            </a:pPr>
            <a:r>
              <a:rPr lang="ko-KR" altLang="en-US" sz="1900" b="1" dirty="0">
                <a:solidFill>
                  <a:schemeClr val="accent6"/>
                </a:solidFill>
              </a:rPr>
              <a:t>전체 상태를 저장한다 (메멘토)</a:t>
            </a:r>
            <a:endParaRPr lang="ko-KR" altLang="en-US" sz="1900" dirty="0"/>
          </a:p>
        </p:txBody>
      </p:sp>
      <p:sp>
        <p:nvSpPr>
          <p:cNvPr id="8" name="Text 5"/>
          <p:cNvSpPr txBox="1"/>
          <p:nvPr/>
        </p:nvSpPr>
        <p:spPr>
          <a:xfrm>
            <a:off x="822960" y="2468880"/>
            <a:ext cx="484632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 eaLnBrk="0">
              <a:buNone/>
            </a:pPr>
            <a:r>
              <a:rPr lang="ko-KR" altLang="en-US" sz="1500" dirty="0">
                <a:solidFill>
                  <a:schemeClr val="tx2"/>
                </a:solidFill>
              </a:rPr>
              <a:t>이동할 때마다 유닛의 모든 값을 복사해 둔다. 바뀌지 않은 값까지 저장하므로 기록이 무겁다.</a:t>
            </a:r>
            <a:endParaRPr lang="ko-KR" altLang="en-US" sz="1500" dirty="0"/>
          </a:p>
        </p:txBody>
      </p:sp>
      <p:sp>
        <p:nvSpPr>
          <p:cNvPr id="9" name="Shape 6"/>
          <p:cNvSpPr/>
          <p:nvPr/>
        </p:nvSpPr>
        <p:spPr>
          <a:xfrm>
            <a:off x="6263640" y="1691640"/>
            <a:ext cx="5349240" cy="2377440"/>
          </a:xfrm>
          <a:prstGeom prst="roundRect">
            <a:avLst>
              <a:gd name="adj" fmla="val 3846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6537960" y="1874520"/>
            <a:ext cx="4846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 eaLnBrk="0">
              <a:buNone/>
            </a:pPr>
            <a:r>
              <a:rPr lang="ko-KR" altLang="en-US" sz="1900" b="1" dirty="0">
                <a:solidFill>
                  <a:schemeClr val="accent2"/>
                </a:solidFill>
              </a:rPr>
              <a:t>바뀐 값만 기억한다 (명령)</a:t>
            </a:r>
            <a:endParaRPr lang="ko-KR" altLang="en-US" sz="1900" dirty="0"/>
          </a:p>
        </p:txBody>
      </p:sp>
      <p:sp>
        <p:nvSpPr>
          <p:cNvPr id="11" name="Text 8"/>
          <p:cNvSpPr txBox="1"/>
          <p:nvPr/>
        </p:nvSpPr>
        <p:spPr>
          <a:xfrm>
            <a:off x="6537960" y="2468880"/>
            <a:ext cx="484632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 eaLnBrk="0">
              <a:buNone/>
            </a:pPr>
            <a:r>
              <a:rPr lang="ko-KR" altLang="en-US" sz="1500" dirty="0">
                <a:solidFill>
                  <a:schemeClr val="tx2"/>
                </a:solidFill>
              </a:rPr>
              <a:t>MoveUnitCommand는 출발 위치 두 값만 기억한다. 되돌리는 데 필요한 것만 가진다.</a:t>
            </a:r>
            <a:endParaRPr lang="ko-KR" altLang="en-US" sz="1500" dirty="0"/>
          </a:p>
        </p:txBody>
      </p:sp>
      <p:sp>
        <p:nvSpPr>
          <p:cNvPr id="12" name="card"/>
          <p:cNvSpPr/>
          <p:nvPr/>
        </p:nvSpPr>
        <p:spPr>
          <a:xfrm>
            <a:off x="548640" y="4297680"/>
            <a:ext cx="11094415" cy="1371600"/>
          </a:xfrm>
          <a:prstGeom prst="roundRect">
            <a:avLst>
              <a:gd name="adj" fmla="val 6667"/>
            </a:avLst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777240" y="4517136"/>
            <a:ext cx="1068293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 eaLnBrk="0">
              <a:buNone/>
            </a:pPr>
            <a:r>
              <a:rPr lang="ko-KR" altLang="en-US" sz="1700" b="1" dirty="0">
                <a:solidFill>
                  <a:schemeClr val="accent4"/>
                </a:solidFill>
              </a:rPr>
              <a:t>같은 생각으로 만드는 리플레이</a:t>
            </a:r>
            <a:endParaRPr lang="ko-KR" altLang="en-US" sz="1700" dirty="0"/>
          </a:p>
        </p:txBody>
      </p:sp>
      <p:sp>
        <p:nvSpPr>
          <p:cNvPr id="14" name="Text 11"/>
          <p:cNvSpPr txBox="1"/>
          <p:nvPr/>
        </p:nvSpPr>
        <p:spPr>
          <a:xfrm>
            <a:off x="777240" y="5074920"/>
            <a:ext cx="1063721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 eaLnBrk="0">
              <a:buNone/>
            </a:pPr>
            <a:r>
              <a:rPr lang="ko-KR" altLang="en-US" sz="1400" dirty="0">
                <a:solidFill>
                  <a:schemeClr val="bg1"/>
                </a:solidFill>
              </a:rPr>
              <a:t>매 프레임의 전체 상태를 저장하지 않는다. 실행한 명령만 기록해 두었다가 같은 순서로 다시 실행하면 경기를 그대로 재생할 수 있다.</a:t>
            </a:r>
            <a:endParaRPr lang="ko-KR" alt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11535" y="6400800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 eaLnBrk="0">
              <a:defRPr sz="1000">
                <a:solidFill>
                  <a:schemeClr val="accent3"/>
                </a:solidFill>
              </a:defRPr>
            </a:lvl1pPr>
          </a:lstStyle>
          <a:p>
            <a:pPr algn="r" eaLnBrk="0"/>
            <a:fld id="{F7021451-1387-4CA6-816F-3879F97B5CBC}" type="slidenum">
              <a:rPr b="0" lang="ko-KR" altLang="en-US"/>
              <a:t>22</a:t>
            </a:fld>
            <a:endParaRPr lang="ko-KR" altLang="en-US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art"/>
          <p:cNvSpPr txBox="1"/>
          <p:nvPr/>
        </p:nvSpPr>
        <p:spPr>
          <a:xfrm>
            <a:off x="548640" y="2148840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 eaLnBrk="0">
              <a:buNone/>
            </a:pPr>
            <a:r>
              <a:rPr lang="ko-KR" altLang="en-US" sz="1600" b="1" dirty="0">
                <a:solidFill>
                  <a:schemeClr val="accent1"/>
                </a:solidFill>
              </a:rPr>
              <a:t>4부</a:t>
            </a:r>
            <a:endParaRPr lang="ko-KR" altLang="en-US" sz="1600" dirty="0"/>
          </a:p>
        </p:txBody>
      </p:sp>
      <p:sp>
        <p:nvSpPr>
          <p:cNvPr id="3" name="Text 0"/>
          <p:cNvSpPr/>
          <p:nvPr>
            <p:ph idx="100" type="title" hasCustomPrompt="1"/>
          </p:nvPr>
        </p:nvSpPr>
        <p:spPr>
          <a:xfrm>
            <a:off x="548640" y="2651760"/>
            <a:ext cx="11094415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 eaLnBrk="0">
              <a:buNone/>
            </a:pPr>
            <a:r>
              <a:rPr lang="ko-KR" altLang="en-US" sz="3600" b="1" dirty="0">
                <a:solidFill>
                  <a:schemeClr val="bg1"/>
                </a:solidFill>
              </a:rPr>
              <a:t>클래스로 만들까, 함수로 만들까</a:t>
            </a:r>
            <a:endParaRPr lang="ko-KR" altLang="en-US" sz="3600" dirty="0"/>
          </a:p>
        </p:txBody>
      </p:sp>
      <p:sp>
        <p:nvSpPr>
          <p:cNvPr id="4" name="Text 0"/>
          <p:cNvSpPr/>
          <p:nvPr>
            <p:ph idx="101" type="body" hasCustomPrompt="1"/>
          </p:nvPr>
        </p:nvSpPr>
        <p:spPr>
          <a:xfrm>
            <a:off x="548640" y="3794760"/>
            <a:ext cx="11094415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 eaLnBrk="0">
              <a:buNone/>
            </a:pPr>
            <a:r>
              <a:rPr lang="ko-KR" altLang="en-US" sz="1800" dirty="0">
                <a:solidFill>
                  <a:schemeClr val="accent3"/>
                </a:solidFill>
              </a:rPr>
              <a:t>원서: 클래스만 좋고, 함수형은 별로인가?</a:t>
            </a:r>
            <a:endParaRPr lang="ko-KR" alt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11535" y="6400800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 eaLnBrk="0">
              <a:defRPr sz="1000">
                <a:solidFill>
                  <a:schemeClr val="accent3"/>
                </a:solidFill>
              </a:defRPr>
            </a:lvl1pPr>
          </a:lstStyle>
          <a:p>
            <a:pPr algn="r" eaLnBrk="0"/>
            <a:fld id="{F7021451-1387-4CA6-816F-3879F97B5CBC}" type="slidenum">
              <a:rPr b="0" lang="ko-KR" altLang="en-US"/>
              <a:t>23</a:t>
            </a:fld>
            <a:endParaRPr lang="ko-KR" altLang="en-US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cker"/>
          <p:cNvSpPr txBox="1"/>
          <p:nvPr/>
        </p:nvSpPr>
        <p:spPr>
          <a:xfrm>
            <a:off x="548640" y="329184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 eaLnBrk="0">
              <a:buNone/>
            </a:pPr>
            <a:r>
              <a:rPr lang="ko-KR" altLang="en-US" sz="1300" b="1" dirty="0">
                <a:solidFill>
                  <a:schemeClr val="accent1"/>
                </a:solidFill>
              </a:rPr>
              <a:t>델리게이트</a:t>
            </a:r>
            <a:endParaRPr lang="ko-KR" altLang="en-US" sz="1300" dirty="0"/>
          </a:p>
        </p:txBody>
      </p:sp>
      <p:sp>
        <p:nvSpPr>
          <p:cNvPr id="3" name="Text 0"/>
          <p:cNvSpPr/>
          <p:nvPr>
            <p:ph idx="100" type="title" hasCustomPrompt="1"/>
          </p:nvPr>
        </p:nvSpPr>
        <p:spPr>
          <a:xfrm>
            <a:off x="548640" y="658368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 eaLnBrk="0">
              <a:buNone/>
            </a:pPr>
            <a:r>
              <a:rPr lang="ko-KR" altLang="en-US" sz="2600" b="1" dirty="0">
                <a:solidFill>
                  <a:schemeClr val="tx1"/>
                </a:solidFill>
              </a:rPr>
              <a:t>간단한 명령은 Action 하나로 충분하다</a:t>
            </a:r>
            <a:endParaRPr lang="ko-KR" altLang="en-US" sz="2600" dirty="0"/>
          </a:p>
        </p:txBody>
      </p:sp>
      <p:sp>
        <p:nvSpPr>
          <p:cNvPr id="4" name="bridge"/>
          <p:cNvSpPr txBox="1"/>
          <p:nvPr/>
        </p:nvSpPr>
        <p:spPr>
          <a:xfrm>
            <a:off x="548640" y="5870448"/>
            <a:ext cx="1109441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 eaLnBrk="0">
              <a:buNone/>
            </a:pPr>
            <a:r>
              <a:rPr lang="ko-KR" altLang="en-US" sz="1500" b="1" dirty="0">
                <a:solidFill>
                  <a:schemeClr val="accent1"/>
                </a:solidFill>
              </a:rPr>
              <a:t>다음 질문  </a:t>
            </a:r>
            <a:pPr indent="0" marL="0" eaLnBrk="0">
              <a:buNone/>
            </a:pPr>
            <a:r>
              <a:rPr lang="ko-KR" altLang="en-US" sz="1500" dirty="0">
                <a:solidFill>
                  <a:schemeClr val="tx2"/>
                </a:solidFill>
              </a:rPr>
              <a:t>되돌리기까지 필요하면 함수만으로도 될까?</a:t>
            </a:r>
            <a:endParaRPr lang="ko-KR" altLang="en-US" sz="1500" dirty="0"/>
          </a:p>
        </p:txBody>
      </p:sp>
      <p:sp>
        <p:nvSpPr>
          <p:cNvPr id="6" name="codePanel"/>
          <p:cNvSpPr/>
          <p:nvPr/>
        </p:nvSpPr>
        <p:spPr>
          <a:xfrm>
            <a:off x="548640" y="1691640"/>
            <a:ext cx="6766560" cy="2926080"/>
          </a:xfrm>
          <a:prstGeom prst="roundRect">
            <a:avLst>
              <a:gd name="adj" fmla="val 2500"/>
            </a:avLst>
          </a:prstGeom>
          <a:solidFill>
            <a:schemeClr val="tx1"/>
          </a:solidFill>
          <a:ln w="12700">
            <a:solidFill>
              <a:schemeClr val="tx1"/>
            </a:solidFill>
            <a:prstDash val="solid"/>
          </a:ln>
        </p:spPr>
      </p:sp>
      <p:sp>
        <p:nvSpPr>
          <p:cNvPr id="7" name="code"/>
          <p:cNvSpPr txBox="1"/>
          <p:nvPr/>
        </p:nvSpPr>
        <p:spPr>
          <a:xfrm>
            <a:off x="658368" y="1783080"/>
            <a:ext cx="6547104" cy="27432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indent="0" marL="0" eaLnBrk="0">
              <a:buNone/>
            </a:pPr>
            <a:r>
              <a:rPr lang="ko-KR" altLang="en-US" sz="1400" dirty="0">
                <a:solidFill>
                  <a:schemeClr val="accent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버튼마다 Action 하나를 묶는다</a:t>
            </a:r>
            <a:endParaRPr lang="ko-KR" altLang="en-US" sz="1400" dirty="0"/>
          </a:p>
          <a:p>
            <a:pPr indent="0" marL="0" eaLnBrk="0">
              <a:buNone/>
            </a:pPr>
            <a:r>
              <a:rPr lang="ko-KR" altLang="en-US" sz="1400" b="1" dirty="0">
                <a:solidFill>
                  <a:schemeClr val="accent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Action buttonX = () =&gt; player.Jump();</a:t>
            </a:r>
            <a:endParaRPr lang="ko-KR" altLang="en-US" sz="1400" dirty="0"/>
          </a:p>
          <a:p>
            <a:pPr indent="0" marL="0" eaLnBrk="0">
              <a:buNone/>
            </a:pPr>
            <a:r>
              <a:rPr lang="ko-KR" altLang="en-US" sz="1400" b="1" dirty="0">
                <a:solidFill>
                  <a:schemeClr val="accent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Action buttonY = () =&gt; player.FireGun();</a:t>
            </a:r>
            <a:endParaRPr lang="ko-KR" altLang="en-US" sz="1400" dirty="0"/>
          </a:p>
          <a:p>
            <a:pPr indent="0" marL="0" eaLnBrk="0">
              <a:buNone/>
            </a:pPr>
            <a:r>
              <a:rPr lang="ko-KR" altLang="en-US" sz="1400" dirty="0">
                <a:solidFill>
                  <a:schemeClr val="bg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ko-KR" altLang="en-US" sz="1400" dirty="0"/>
          </a:p>
          <a:p>
            <a:pPr indent="0" marL="0" eaLnBrk="0">
              <a:buNone/>
            </a:pPr>
            <a:r>
              <a:rPr lang="ko-KR" altLang="en-US" sz="1400" dirty="0">
                <a:solidFill>
                  <a:schemeClr val="accent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설정을 바꾸면 담긴 Action을 바꾼다</a:t>
            </a:r>
            <a:endParaRPr lang="ko-KR" altLang="en-US" sz="1400" dirty="0"/>
          </a:p>
          <a:p>
            <a:pPr indent="0" marL="0" eaLnBrk="0">
              <a:buNone/>
            </a:pPr>
            <a:r>
              <a:rPr lang="ko-KR" altLang="en-US" sz="1400" dirty="0">
                <a:solidFill>
                  <a:schemeClr val="bg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buttonX = () =&gt; player.FireGun();</a:t>
            </a:r>
            <a:endParaRPr lang="ko-KR" altLang="en-US" sz="1400" dirty="0"/>
          </a:p>
          <a:p>
            <a:pPr indent="0" marL="0" eaLnBrk="0">
              <a:buNone/>
            </a:pPr>
            <a:r>
              <a:rPr lang="ko-KR" altLang="en-US" sz="1400" dirty="0">
                <a:solidFill>
                  <a:schemeClr val="bg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ko-KR" altLang="en-US" sz="1400" dirty="0"/>
          </a:p>
          <a:p>
            <a:pPr indent="0" marL="0" eaLnBrk="0">
              <a:buNone/>
            </a:pPr>
            <a:r>
              <a:rPr lang="ko-KR" altLang="en-US" sz="1400" dirty="0">
                <a:solidFill>
                  <a:schemeClr val="accent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실행</a:t>
            </a:r>
            <a:endParaRPr lang="ko-KR" altLang="en-US" sz="1400" dirty="0"/>
          </a:p>
          <a:p>
            <a:pPr indent="0" marL="0" eaLnBrk="0">
              <a:buNone/>
            </a:pPr>
            <a:r>
              <a:rPr lang="ko-KR" altLang="en-US" sz="1400" dirty="0">
                <a:solidFill>
                  <a:schemeClr val="bg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if (IsPressed(Button.X)) buttonX();</a:t>
            </a:r>
            <a:endParaRPr lang="ko-KR" altLang="en-US" sz="1400" dirty="0"/>
          </a:p>
        </p:txBody>
      </p:sp>
      <p:sp>
        <p:nvSpPr>
          <p:cNvPr id="8" name="card"/>
          <p:cNvSpPr/>
          <p:nvPr/>
        </p:nvSpPr>
        <p:spPr>
          <a:xfrm>
            <a:off x="7680960" y="1691640"/>
            <a:ext cx="3962095" cy="1783080"/>
          </a:xfrm>
          <a:prstGeom prst="roundRect">
            <a:avLst>
              <a:gd name="adj" fmla="val 5128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7909560" y="1911096"/>
            <a:ext cx="355061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 eaLnBrk="0">
              <a:buNone/>
            </a:pPr>
            <a:r>
              <a:rPr lang="ko-KR" altLang="en-US" sz="1700" b="1" dirty="0">
                <a:solidFill>
                  <a:schemeClr val="tx1"/>
                </a:solidFill>
              </a:rPr>
              <a:t>람다 = 명령</a:t>
            </a:r>
            <a:endParaRPr lang="ko-KR" altLang="en-US" sz="1700" dirty="0"/>
          </a:p>
        </p:txBody>
      </p:sp>
      <p:sp>
        <p:nvSpPr>
          <p:cNvPr id="10" name="Text 7"/>
          <p:cNvSpPr txBox="1"/>
          <p:nvPr/>
        </p:nvSpPr>
        <p:spPr>
          <a:xfrm>
            <a:off x="7909560" y="2468880"/>
            <a:ext cx="350489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 eaLnBrk="0">
              <a:spcAft>
                <a:spcPts val="400"/>
              </a:spcAft>
              <a:buNone/>
            </a:pPr>
            <a:r>
              <a:rPr lang="ko-KR" altLang="en-US" sz="1400" dirty="0">
                <a:solidFill>
                  <a:schemeClr val="tx2"/>
                </a:solidFill>
              </a:rPr>
              <a:t>() =&gt; player.Jump()는 ‘player에게 점프하라고 부르는 일’을 값으로 만든 것이다.</a:t>
            </a:r>
            <a:endParaRPr lang="ko-KR" altLang="en-US" sz="1400" dirty="0"/>
          </a:p>
        </p:txBody>
      </p:sp>
      <p:sp>
        <p:nvSpPr>
          <p:cNvPr id="11" name="card"/>
          <p:cNvSpPr/>
          <p:nvPr/>
        </p:nvSpPr>
        <p:spPr>
          <a:xfrm>
            <a:off x="7680960" y="3657600"/>
            <a:ext cx="3962095" cy="2011680"/>
          </a:xfrm>
          <a:prstGeom prst="roundRect">
            <a:avLst>
              <a:gd name="adj" fmla="val 4545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7909560" y="3877056"/>
            <a:ext cx="355061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 eaLnBrk="0">
              <a:buNone/>
            </a:pPr>
            <a:r>
              <a:rPr lang="ko-KR" altLang="en-US" sz="1700" b="1" dirty="0">
                <a:solidFill>
                  <a:schemeClr val="tx1"/>
                </a:solidFill>
              </a:rPr>
              <a:t>클로저</a:t>
            </a:r>
            <a:endParaRPr lang="ko-KR" altLang="en-US" sz="1700" dirty="0"/>
          </a:p>
        </p:txBody>
      </p:sp>
      <p:sp>
        <p:nvSpPr>
          <p:cNvPr id="13" name="Text 10"/>
          <p:cNvSpPr txBox="1"/>
          <p:nvPr/>
        </p:nvSpPr>
        <p:spPr>
          <a:xfrm>
            <a:off x="7909560" y="4434840"/>
            <a:ext cx="3504895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 eaLnBrk="0">
              <a:spcAft>
                <a:spcPts val="400"/>
              </a:spcAft>
              <a:buNone/>
            </a:pPr>
            <a:r>
              <a:rPr lang="ko-KR" altLang="en-US" sz="1400" dirty="0">
                <a:solidFill>
                  <a:schemeClr val="tx2"/>
                </a:solidFill>
              </a:rPr>
              <a:t>람다는 바깥 변수 player도 기억한다.</a:t>
            </a:r>
            <a:endParaRPr lang="ko-KR" altLang="en-US" sz="1400" dirty="0"/>
          </a:p>
          <a:p>
            <a:pPr indent="0" marL="0" eaLnBrk="0">
              <a:spcAft>
                <a:spcPts val="400"/>
              </a:spcAft>
              <a:buNone/>
            </a:pPr>
            <a:r>
              <a:rPr lang="ko-KR" altLang="en-US" sz="1400" dirty="0">
                <a:solidFill>
                  <a:schemeClr val="tx2"/>
                </a:solidFill>
              </a:rPr>
              <a:t>원서는 명령 패턴을 클로저의 흉내로 본다.</a:t>
            </a:r>
            <a:endParaRPr lang="ko-KR" altLang="en-US" sz="1400" dirty="0"/>
          </a:p>
        </p:txBody>
      </p:sp>
      <p:sp>
        <p:nvSpPr>
          <p:cNvPr id="14" name="Text 11"/>
          <p:cNvSpPr txBox="1"/>
          <p:nvPr/>
        </p:nvSpPr>
        <p:spPr>
          <a:xfrm>
            <a:off x="548640" y="4892040"/>
            <a:ext cx="6766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 eaLnBrk="0">
              <a:buNone/>
            </a:pPr>
            <a:r>
              <a:rPr lang="ko-KR" altLang="en-US" sz="1500" dirty="0">
                <a:solidFill>
                  <a:schemeClr val="tx2"/>
                </a:solidFill>
              </a:rPr>
              <a:t>실행 한 가지만 필요하면 클래스 대신 Action으로 충분하다.</a:t>
            </a:r>
            <a:endParaRPr lang="ko-KR" alt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11535" y="6400800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 eaLnBrk="0">
              <a:defRPr sz="1000">
                <a:solidFill>
                  <a:schemeClr val="accent3"/>
                </a:solidFill>
              </a:defRPr>
            </a:lvl1pPr>
          </a:lstStyle>
          <a:p>
            <a:pPr algn="r" eaLnBrk="0"/>
            <a:fld id="{F7021451-1387-4CA6-816F-3879F97B5CBC}" type="slidenum">
              <a:rPr b="0" lang="ko-KR" altLang="en-US"/>
              <a:t>24</a:t>
            </a:fld>
            <a:endParaRPr lang="ko-KR" altLang="en-US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cker"/>
          <p:cNvSpPr txBox="1"/>
          <p:nvPr/>
        </p:nvSpPr>
        <p:spPr>
          <a:xfrm>
            <a:off x="548640" y="329184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 eaLnBrk="0">
              <a:buNone/>
            </a:pPr>
            <a:r>
              <a:rPr lang="ko-KR" altLang="en-US" sz="1300" b="1" dirty="0">
                <a:solidFill>
                  <a:schemeClr val="accent1"/>
                </a:solidFill>
              </a:rPr>
              <a:t>함수 두 개를 묶으면</a:t>
            </a:r>
            <a:endParaRPr lang="ko-KR" altLang="en-US" sz="1300" dirty="0"/>
          </a:p>
        </p:txBody>
      </p:sp>
      <p:sp>
        <p:nvSpPr>
          <p:cNvPr id="3" name="Text 0"/>
          <p:cNvSpPr/>
          <p:nvPr>
            <p:ph idx="100" type="title" hasCustomPrompt="1"/>
          </p:nvPr>
        </p:nvSpPr>
        <p:spPr>
          <a:xfrm>
            <a:off x="548640" y="658368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 eaLnBrk="0">
              <a:buNone/>
            </a:pPr>
            <a:r>
              <a:rPr lang="ko-KR" altLang="en-US" sz="2600" b="1" dirty="0">
                <a:solidFill>
                  <a:schemeClr val="tx1"/>
                </a:solidFill>
              </a:rPr>
              <a:t>Undo가 필요하면 클래스가 더 읽기 쉽다</a:t>
            </a:r>
            <a:endParaRPr lang="ko-KR" altLang="en-US" sz="2600" dirty="0"/>
          </a:p>
        </p:txBody>
      </p:sp>
      <p:sp>
        <p:nvSpPr>
          <p:cNvPr id="4" name="bridge"/>
          <p:cNvSpPr txBox="1"/>
          <p:nvPr/>
        </p:nvSpPr>
        <p:spPr>
          <a:xfrm>
            <a:off x="548640" y="5870448"/>
            <a:ext cx="1109441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 eaLnBrk="0">
              <a:buNone/>
            </a:pPr>
            <a:r>
              <a:rPr lang="ko-KR" altLang="en-US" sz="1500" b="1" dirty="0">
                <a:solidFill>
                  <a:schemeClr val="accent1"/>
                </a:solidFill>
              </a:rPr>
              <a:t>다음 질문  </a:t>
            </a:r>
            <a:pPr indent="0" marL="0" eaLnBrk="0">
              <a:buNone/>
            </a:pPr>
            <a:r>
              <a:rPr lang="ko-KR" altLang="en-US" sz="1500" dirty="0">
                <a:solidFill>
                  <a:schemeClr val="tx2"/>
                </a:solidFill>
              </a:rPr>
              <a:t>그렇다면 이 패턴은 언제 쓰고, 무엇을 조심해야 할까?</a:t>
            </a:r>
            <a:endParaRPr lang="ko-KR" altLang="en-US" sz="1500" dirty="0"/>
          </a:p>
        </p:txBody>
      </p:sp>
      <p:sp>
        <p:nvSpPr>
          <p:cNvPr id="6" name="codePanel"/>
          <p:cNvSpPr/>
          <p:nvPr/>
        </p:nvSpPr>
        <p:spPr>
          <a:xfrm>
            <a:off x="548640" y="1691640"/>
            <a:ext cx="7498080" cy="3337560"/>
          </a:xfrm>
          <a:prstGeom prst="roundRect">
            <a:avLst>
              <a:gd name="adj" fmla="val 2192"/>
            </a:avLst>
          </a:prstGeom>
          <a:solidFill>
            <a:schemeClr val="tx1"/>
          </a:solidFill>
          <a:ln w="12700">
            <a:solidFill>
              <a:schemeClr val="tx1"/>
            </a:solidFill>
            <a:prstDash val="solid"/>
          </a:ln>
        </p:spPr>
      </p:sp>
      <p:sp>
        <p:nvSpPr>
          <p:cNvPr id="7" name="code"/>
          <p:cNvSpPr txBox="1"/>
          <p:nvPr/>
        </p:nvSpPr>
        <p:spPr>
          <a:xfrm>
            <a:off x="658368" y="1783080"/>
            <a:ext cx="7278624" cy="31546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indent="0" marL="0" eaLnBrk="0">
              <a:buNone/>
            </a:pPr>
            <a:r>
              <a:rPr lang="ko-KR" altLang="en-US" sz="1250" dirty="0">
                <a:solidFill>
                  <a:schemeClr val="bg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static (Action execute, Action undo) MakeMoveUnitCommand(Unit unit, int x, int y)</a:t>
            </a:r>
            <a:endParaRPr lang="ko-KR" altLang="en-US" sz="1250" dirty="0"/>
          </a:p>
          <a:p>
            <a:pPr indent="0" marL="0" eaLnBrk="0">
              <a:buNone/>
            </a:pPr>
            <a:r>
              <a:rPr lang="ko-KR" altLang="en-US" sz="1250" dirty="0">
                <a:solidFill>
                  <a:schemeClr val="bg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</a:t>
            </a:r>
            <a:endParaRPr lang="ko-KR" altLang="en-US" sz="1250" dirty="0"/>
          </a:p>
          <a:p>
            <a:pPr indent="0" marL="0" eaLnBrk="0">
              <a:buNone/>
            </a:pPr>
            <a:r>
              <a:rPr lang="ko-KR" altLang="en-US" sz="1250" b="1" dirty="0">
                <a:solidFill>
                  <a:schemeClr val="accent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int xBefore = 0, yBefore = 0;   // 두 람다가 함께 쓰는 변수</a:t>
            </a:r>
            <a:endParaRPr lang="ko-KR" altLang="en-US" sz="1250" dirty="0"/>
          </a:p>
          <a:p>
            <a:pPr indent="0" marL="0" eaLnBrk="0">
              <a:buNone/>
            </a:pPr>
            <a:r>
              <a:rPr lang="ko-KR" altLang="en-US" sz="1250" dirty="0">
                <a:solidFill>
                  <a:schemeClr val="bg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ko-KR" altLang="en-US" sz="1250" dirty="0"/>
          </a:p>
          <a:p>
            <a:pPr indent="0" marL="0" eaLnBrk="0">
              <a:buNone/>
            </a:pPr>
            <a:r>
              <a:rPr lang="ko-KR" altLang="en-US" sz="1250" dirty="0">
                <a:solidFill>
                  <a:schemeClr val="bg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Action execute = () =&gt;</a:t>
            </a:r>
            <a:endParaRPr lang="ko-KR" altLang="en-US" sz="1250" dirty="0"/>
          </a:p>
          <a:p>
            <a:pPr indent="0" marL="0" eaLnBrk="0">
              <a:buNone/>
            </a:pPr>
            <a:r>
              <a:rPr lang="ko-KR" altLang="en-US" sz="1250" dirty="0">
                <a:solidFill>
                  <a:schemeClr val="bg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{</a:t>
            </a:r>
            <a:endParaRPr lang="ko-KR" altLang="en-US" sz="1250" dirty="0"/>
          </a:p>
          <a:p>
            <a:pPr indent="0" marL="0" eaLnBrk="0">
              <a:buNone/>
            </a:pPr>
            <a:r>
              <a:rPr lang="ko-KR" altLang="en-US" sz="1250" dirty="0">
                <a:solidFill>
                  <a:schemeClr val="bg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xBefore = unit.X;</a:t>
            </a:r>
            <a:endParaRPr lang="ko-KR" altLang="en-US" sz="1250" dirty="0"/>
          </a:p>
          <a:p>
            <a:pPr indent="0" marL="0" eaLnBrk="0">
              <a:buNone/>
            </a:pPr>
            <a:r>
              <a:rPr lang="ko-KR" altLang="en-US" sz="1250" dirty="0">
                <a:solidFill>
                  <a:schemeClr val="bg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yBefore = unit.Y;</a:t>
            </a:r>
            <a:endParaRPr lang="ko-KR" altLang="en-US" sz="1250" dirty="0"/>
          </a:p>
          <a:p>
            <a:pPr indent="0" marL="0" eaLnBrk="0">
              <a:buNone/>
            </a:pPr>
            <a:r>
              <a:rPr lang="ko-KR" altLang="en-US" sz="1250" dirty="0">
                <a:solidFill>
                  <a:schemeClr val="bg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unit.MoveTo(x, y);</a:t>
            </a:r>
            <a:endParaRPr lang="ko-KR" altLang="en-US" sz="1250" dirty="0"/>
          </a:p>
          <a:p>
            <a:pPr indent="0" marL="0" eaLnBrk="0">
              <a:buNone/>
            </a:pPr>
            <a:r>
              <a:rPr lang="ko-KR" altLang="en-US" sz="1250" dirty="0">
                <a:solidFill>
                  <a:schemeClr val="bg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};</a:t>
            </a:r>
            <a:endParaRPr lang="ko-KR" altLang="en-US" sz="1250" dirty="0"/>
          </a:p>
          <a:p>
            <a:pPr indent="0" marL="0" eaLnBrk="0">
              <a:buNone/>
            </a:pPr>
            <a:r>
              <a:rPr lang="ko-KR" altLang="en-US" sz="1250" dirty="0">
                <a:solidFill>
                  <a:schemeClr val="bg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Action undo = () =&gt; unit.MoveTo(xBefore, yBefore);</a:t>
            </a:r>
            <a:endParaRPr lang="ko-KR" altLang="en-US" sz="1250" dirty="0"/>
          </a:p>
          <a:p>
            <a:pPr indent="0" marL="0" eaLnBrk="0">
              <a:buNone/>
            </a:pPr>
            <a:r>
              <a:rPr lang="ko-KR" altLang="en-US" sz="1250" dirty="0">
                <a:solidFill>
                  <a:schemeClr val="bg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ko-KR" altLang="en-US" sz="1250" dirty="0"/>
          </a:p>
          <a:p>
            <a:pPr indent="0" marL="0" eaLnBrk="0">
              <a:buNone/>
            </a:pPr>
            <a:r>
              <a:rPr lang="ko-KR" altLang="en-US" sz="1250" dirty="0">
                <a:solidFill>
                  <a:schemeClr val="bg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return (execute, undo);</a:t>
            </a:r>
            <a:endParaRPr lang="ko-KR" altLang="en-US" sz="1250" dirty="0"/>
          </a:p>
          <a:p>
            <a:pPr indent="0" marL="0" eaLnBrk="0">
              <a:buNone/>
            </a:pPr>
            <a:r>
              <a:rPr lang="ko-KR" altLang="en-US" sz="1250" dirty="0">
                <a:solidFill>
                  <a:schemeClr val="bg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ko-KR" altLang="en-US" sz="1250" dirty="0"/>
          </a:p>
        </p:txBody>
      </p:sp>
      <p:sp>
        <p:nvSpPr>
          <p:cNvPr id="8" name="card"/>
          <p:cNvSpPr/>
          <p:nvPr/>
        </p:nvSpPr>
        <p:spPr>
          <a:xfrm>
            <a:off x="8412480" y="1691640"/>
            <a:ext cx="3230575" cy="1691640"/>
          </a:xfrm>
          <a:prstGeom prst="roundRect">
            <a:avLst>
              <a:gd name="adj" fmla="val 5405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8641080" y="1911096"/>
            <a:ext cx="281909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 eaLnBrk="0">
              <a:buNone/>
            </a:pPr>
            <a:r>
              <a:rPr lang="ko-KR" altLang="en-US" sz="1700" b="1" dirty="0">
                <a:solidFill>
                  <a:schemeClr val="tx1"/>
                </a:solidFill>
              </a:rPr>
              <a:t>함수로 만들면</a:t>
            </a:r>
            <a:endParaRPr lang="ko-KR" altLang="en-US" sz="1700" dirty="0"/>
          </a:p>
        </p:txBody>
      </p:sp>
      <p:sp>
        <p:nvSpPr>
          <p:cNvPr id="10" name="Text 7"/>
          <p:cNvSpPr txBox="1"/>
          <p:nvPr/>
        </p:nvSpPr>
        <p:spPr>
          <a:xfrm>
            <a:off x="8641080" y="2468880"/>
            <a:ext cx="277337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 eaLnBrk="0">
              <a:spcAft>
                <a:spcPts val="400"/>
              </a:spcAft>
              <a:buNone/>
            </a:pPr>
            <a:r>
              <a:rPr lang="ko-KR" altLang="en-US" sz="1400" dirty="0">
                <a:solidFill>
                  <a:schemeClr val="tx2"/>
                </a:solidFill>
              </a:rPr>
              <a:t>기억하는 값이 지역 변수 안에 숨는다.</a:t>
            </a:r>
            <a:endParaRPr lang="ko-KR" altLang="en-US" sz="1400" dirty="0"/>
          </a:p>
        </p:txBody>
      </p:sp>
      <p:sp>
        <p:nvSpPr>
          <p:cNvPr id="11" name="card"/>
          <p:cNvSpPr/>
          <p:nvPr/>
        </p:nvSpPr>
        <p:spPr>
          <a:xfrm>
            <a:off x="8412480" y="3520440"/>
            <a:ext cx="3230575" cy="1645920"/>
          </a:xfrm>
          <a:prstGeom prst="roundRect">
            <a:avLst>
              <a:gd name="adj" fmla="val 5556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8641080" y="3739896"/>
            <a:ext cx="281909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 eaLnBrk="0">
              <a:buNone/>
            </a:pPr>
            <a:r>
              <a:rPr lang="ko-KR" altLang="en-US" sz="1700" b="1" dirty="0">
                <a:solidFill>
                  <a:schemeClr val="tx1"/>
                </a:solidFill>
              </a:rPr>
              <a:t>클래스로 만들면</a:t>
            </a:r>
            <a:endParaRPr lang="ko-KR" altLang="en-US" sz="1700" dirty="0"/>
          </a:p>
        </p:txBody>
      </p:sp>
      <p:sp>
        <p:nvSpPr>
          <p:cNvPr id="13" name="Text 10"/>
          <p:cNvSpPr txBox="1"/>
          <p:nvPr/>
        </p:nvSpPr>
        <p:spPr>
          <a:xfrm>
            <a:off x="8641080" y="4297680"/>
            <a:ext cx="277337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 eaLnBrk="0">
              <a:spcAft>
                <a:spcPts val="400"/>
              </a:spcAft>
              <a:buNone/>
            </a:pPr>
            <a:r>
              <a:rPr lang="ko-KR" altLang="en-US" sz="1400" dirty="0">
                <a:solidFill>
                  <a:schemeClr val="tx2"/>
                </a:solidFill>
              </a:rPr>
              <a:t>_xBefore 같은 필드 이름으로 드러난다.</a:t>
            </a:r>
            <a:endParaRPr lang="ko-KR" altLang="en-US" sz="1400" dirty="0"/>
          </a:p>
        </p:txBody>
      </p:sp>
      <p:sp>
        <p:nvSpPr>
          <p:cNvPr id="14" name="Text 11"/>
          <p:cNvSpPr txBox="1"/>
          <p:nvPr/>
        </p:nvSpPr>
        <p:spPr>
          <a:xfrm>
            <a:off x="548640" y="5056632"/>
            <a:ext cx="7498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 eaLnBrk="0">
              <a:buNone/>
            </a:pPr>
            <a:r>
              <a:rPr lang="ko-KR" altLang="en-US" sz="1100" dirty="0">
                <a:solidFill>
                  <a:schemeClr val="accent5"/>
                </a:solidFill>
              </a:rPr>
              <a:t>원서 예제를 C#으로 옮긴 코드</a:t>
            </a:r>
            <a:endParaRPr lang="ko-KR" altLang="en-US" sz="1100" dirty="0"/>
          </a:p>
        </p:txBody>
      </p:sp>
      <p:sp>
        <p:nvSpPr>
          <p:cNvPr id="15" name="Text 12"/>
          <p:cNvSpPr txBox="1"/>
          <p:nvPr/>
        </p:nvSpPr>
        <p:spPr>
          <a:xfrm>
            <a:off x="548640" y="5394960"/>
            <a:ext cx="1109441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 eaLnBrk="0">
              <a:buNone/>
            </a:pPr>
            <a:r>
              <a:rPr lang="ko-KR" altLang="en-US" sz="1500" b="1" dirty="0">
                <a:solidFill>
                  <a:schemeClr val="accent1"/>
                </a:solidFill>
              </a:rPr>
              <a:t>실행만 필요하면 함수, 실행과 되돌리기가 함께 필요하면 클래스.</a:t>
            </a:r>
            <a:endParaRPr lang="ko-KR" alt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11535" y="6400800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 eaLnBrk="0">
              <a:defRPr sz="1000">
                <a:solidFill>
                  <a:schemeClr val="accent3"/>
                </a:solidFill>
              </a:defRPr>
            </a:lvl1pPr>
          </a:lstStyle>
          <a:p>
            <a:pPr algn="r" eaLnBrk="0"/>
            <a:fld id="{F7021451-1387-4CA6-816F-3879F97B5CBC}" type="slidenum">
              <a:rPr b="0" lang="ko-KR" altLang="en-US"/>
              <a:t>25</a:t>
            </a:fld>
            <a:endParaRPr lang="ko-KR" altLang="en-US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art"/>
          <p:cNvSpPr txBox="1"/>
          <p:nvPr/>
        </p:nvSpPr>
        <p:spPr>
          <a:xfrm>
            <a:off x="548640" y="2148840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 eaLnBrk="0">
              <a:buNone/>
            </a:pPr>
            <a:r>
              <a:rPr lang="ko-KR" altLang="en-US" sz="1600" b="1" dirty="0">
                <a:solidFill>
                  <a:schemeClr val="accent1"/>
                </a:solidFill>
              </a:rPr>
              <a:t>5부</a:t>
            </a:r>
            <a:endParaRPr lang="ko-KR" altLang="en-US" sz="1600" dirty="0"/>
          </a:p>
        </p:txBody>
      </p:sp>
      <p:sp>
        <p:nvSpPr>
          <p:cNvPr id="3" name="Text 0"/>
          <p:cNvSpPr/>
          <p:nvPr>
            <p:ph idx="100" type="title" hasCustomPrompt="1"/>
          </p:nvPr>
        </p:nvSpPr>
        <p:spPr>
          <a:xfrm>
            <a:off x="548640" y="2651760"/>
            <a:ext cx="11094415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 eaLnBrk="0">
              <a:buNone/>
            </a:pPr>
            <a:r>
              <a:rPr lang="ko-KR" altLang="en-US" sz="3600" b="1" dirty="0">
                <a:solidFill>
                  <a:schemeClr val="bg1"/>
                </a:solidFill>
              </a:rPr>
              <a:t>쓸 때와 주의점</a:t>
            </a:r>
            <a:endParaRPr lang="ko-KR" altLang="en-US" sz="3600" dirty="0"/>
          </a:p>
        </p:txBody>
      </p:sp>
      <p:sp>
        <p:nvSpPr>
          <p:cNvPr id="4" name="Text 0"/>
          <p:cNvSpPr/>
          <p:nvPr>
            <p:ph idx="101" type="body" hasCustomPrompt="1"/>
          </p:nvPr>
        </p:nvSpPr>
        <p:spPr>
          <a:xfrm>
            <a:off x="548640" y="3794760"/>
            <a:ext cx="11094415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 eaLnBrk="0">
              <a:buNone/>
            </a:pPr>
            <a:r>
              <a:rPr lang="ko-KR" altLang="en-US" sz="1800" dirty="0">
                <a:solidFill>
                  <a:schemeClr val="accent3"/>
                </a:solidFill>
              </a:rPr>
              <a:t>관련 패턴과 Unity 대응</a:t>
            </a:r>
            <a:endParaRPr lang="ko-KR" alt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11535" y="6400800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 eaLnBrk="0">
              <a:defRPr sz="1000">
                <a:solidFill>
                  <a:schemeClr val="accent3"/>
                </a:solidFill>
              </a:defRPr>
            </a:lvl1pPr>
          </a:lstStyle>
          <a:p>
            <a:pPr algn="r" eaLnBrk="0"/>
            <a:fld id="{F7021451-1387-4CA6-816F-3879F97B5CBC}" type="slidenum">
              <a:rPr b="0" lang="ko-KR" altLang="en-US"/>
              <a:t>26</a:t>
            </a:fld>
            <a:endParaRPr lang="ko-KR" altLang="en-US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cker"/>
          <p:cNvSpPr txBox="1"/>
          <p:nvPr/>
        </p:nvSpPr>
        <p:spPr>
          <a:xfrm>
            <a:off x="548640" y="329184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 eaLnBrk="0">
              <a:buNone/>
            </a:pPr>
            <a:r>
              <a:rPr lang="ko-KR" altLang="en-US" sz="1300" b="1" dirty="0">
                <a:solidFill>
                  <a:schemeClr val="accent1"/>
                </a:solidFill>
              </a:rPr>
              <a:t>쓸 때와 주의점</a:t>
            </a:r>
            <a:endParaRPr lang="ko-KR" altLang="en-US" sz="1300" dirty="0"/>
          </a:p>
        </p:txBody>
      </p:sp>
      <p:sp>
        <p:nvSpPr>
          <p:cNvPr id="3" name="Text 0"/>
          <p:cNvSpPr/>
          <p:nvPr>
            <p:ph idx="100" type="title" hasCustomPrompt="1"/>
          </p:nvPr>
        </p:nvSpPr>
        <p:spPr>
          <a:xfrm>
            <a:off x="548640" y="658368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 eaLnBrk="0">
              <a:buNone/>
            </a:pPr>
            <a:r>
              <a:rPr lang="ko-KR" altLang="en-US" sz="2600" b="1" dirty="0">
                <a:solidFill>
                  <a:schemeClr val="tx1"/>
                </a:solidFill>
              </a:rPr>
              <a:t>요청을 바꾸거나, 미루거나, 되돌려야 할 때 쓴다</a:t>
            </a:r>
            <a:endParaRPr lang="ko-KR" altLang="en-US" sz="2600" dirty="0"/>
          </a:p>
        </p:txBody>
      </p:sp>
      <p:sp>
        <p:nvSpPr>
          <p:cNvPr id="4" name="bridge"/>
          <p:cNvSpPr txBox="1"/>
          <p:nvPr/>
        </p:nvSpPr>
        <p:spPr>
          <a:xfrm>
            <a:off x="548640" y="5870448"/>
            <a:ext cx="1109441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 eaLnBrk="0">
              <a:buNone/>
            </a:pPr>
            <a:r>
              <a:rPr lang="ko-KR" altLang="en-US" sz="1500" b="1" dirty="0">
                <a:solidFill>
                  <a:schemeClr val="accent1"/>
                </a:solidFill>
              </a:rPr>
              <a:t>다음 질문  </a:t>
            </a:r>
            <a:pPr indent="0" marL="0" eaLnBrk="0">
              <a:buNone/>
            </a:pPr>
            <a:r>
              <a:rPr lang="ko-KR" altLang="en-US" sz="1500" dirty="0">
                <a:solidFill>
                  <a:schemeClr val="tx2"/>
                </a:solidFill>
              </a:rPr>
              <a:t>원서는 명령 패턴과 함께 볼 패턴으로 무엇을 소개할까?</a:t>
            </a:r>
            <a:endParaRPr lang="ko-KR" altLang="en-US" sz="15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1691640"/>
            <a:ext cx="5349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 eaLnBrk="0">
              <a:buNone/>
            </a:pPr>
            <a:r>
              <a:rPr lang="ko-KR" altLang="en-US" sz="2000" b="1" dirty="0">
                <a:solidFill>
                  <a:schemeClr val="accent2"/>
                </a:solidFill>
              </a:rPr>
              <a:t>이럴 때 쓴다</a:t>
            </a:r>
            <a:endParaRPr lang="ko-KR" altLang="en-US" sz="2000" dirty="0"/>
          </a:p>
        </p:txBody>
      </p:sp>
      <p:sp>
        <p:nvSpPr>
          <p:cNvPr id="7" name="card"/>
          <p:cNvSpPr/>
          <p:nvPr/>
        </p:nvSpPr>
        <p:spPr>
          <a:xfrm>
            <a:off x="548640" y="2240280"/>
            <a:ext cx="5349240" cy="1051560"/>
          </a:xfrm>
          <a:prstGeom prst="roundRect">
            <a:avLst>
              <a:gd name="adj" fmla="val 8696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777240" y="2441448"/>
            <a:ext cx="420624" cy="420624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777240" y="2441448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 eaLnBrk="0">
              <a:buNone/>
            </a:pPr>
            <a:r>
              <a:rPr lang="ko-KR" altLang="en-US" sz="1500" b="1" dirty="0">
                <a:solidFill>
                  <a:schemeClr val="bg1"/>
                </a:solidFill>
              </a:rPr>
              <a:t>1</a:t>
            </a:r>
            <a:endParaRPr lang="ko-KR" altLang="en-US" sz="1500" dirty="0"/>
          </a:p>
        </p:txBody>
      </p:sp>
      <p:sp>
        <p:nvSpPr>
          <p:cNvPr id="10" name="card"/>
          <p:cNvSpPr/>
          <p:nvPr/>
        </p:nvSpPr>
        <p:spPr>
          <a:xfrm>
            <a:off x="548640" y="3429000"/>
            <a:ext cx="5349240" cy="1051560"/>
          </a:xfrm>
          <a:prstGeom prst="roundRect">
            <a:avLst>
              <a:gd name="adj" fmla="val 8696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777240" y="3630168"/>
            <a:ext cx="420624" cy="420624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777240" y="3630168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 eaLnBrk="0">
              <a:buNone/>
            </a:pPr>
            <a:r>
              <a:rPr lang="ko-KR" altLang="en-US" sz="1500" b="1" dirty="0">
                <a:solidFill>
                  <a:schemeClr val="bg1"/>
                </a:solidFill>
              </a:rPr>
              <a:t>2</a:t>
            </a:r>
            <a:endParaRPr lang="ko-KR" altLang="en-US" sz="1500" dirty="0"/>
          </a:p>
        </p:txBody>
      </p:sp>
      <p:sp>
        <p:nvSpPr>
          <p:cNvPr id="13" name="card"/>
          <p:cNvSpPr/>
          <p:nvPr/>
        </p:nvSpPr>
        <p:spPr>
          <a:xfrm>
            <a:off x="548640" y="4617720"/>
            <a:ext cx="5349240" cy="1051560"/>
          </a:xfrm>
          <a:prstGeom prst="roundRect">
            <a:avLst>
              <a:gd name="adj" fmla="val 8696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777240" y="4818888"/>
            <a:ext cx="420624" cy="420624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5" name="Text 12"/>
          <p:cNvSpPr txBox="1"/>
          <p:nvPr/>
        </p:nvSpPr>
        <p:spPr>
          <a:xfrm>
            <a:off x="777240" y="4818888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 eaLnBrk="0">
              <a:buNone/>
            </a:pPr>
            <a:r>
              <a:rPr lang="ko-KR" altLang="en-US" sz="1500" b="1" dirty="0">
                <a:solidFill>
                  <a:schemeClr val="bg1"/>
                </a:solidFill>
              </a:rPr>
              <a:t>3</a:t>
            </a:r>
            <a:endParaRPr lang="ko-KR" altLang="en-US" sz="1500" dirty="0"/>
          </a:p>
        </p:txBody>
      </p:sp>
      <p:sp>
        <p:nvSpPr>
          <p:cNvPr id="16" name="Text 13"/>
          <p:cNvSpPr txBox="1"/>
          <p:nvPr/>
        </p:nvSpPr>
        <p:spPr>
          <a:xfrm>
            <a:off x="1371600" y="2377440"/>
            <a:ext cx="4343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 eaLnBrk="0">
              <a:buNone/>
            </a:pPr>
            <a:r>
              <a:rPr lang="ko-KR" altLang="en-US" sz="1400" dirty="0">
                <a:solidFill>
                  <a:schemeClr val="tx2"/>
                </a:solidFill>
              </a:rPr>
              <a:t>입력과 행동의 연결을 실행 중에 바꿔야 한다. (버튼 설정)</a:t>
            </a:r>
            <a:endParaRPr lang="ko-KR" altLang="en-US" sz="1400" dirty="0"/>
          </a:p>
        </p:txBody>
      </p:sp>
      <p:sp>
        <p:nvSpPr>
          <p:cNvPr id="17" name="Text 14"/>
          <p:cNvSpPr txBox="1"/>
          <p:nvPr/>
        </p:nvSpPr>
        <p:spPr>
          <a:xfrm>
            <a:off x="1371600" y="3566160"/>
            <a:ext cx="4343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 eaLnBrk="0">
              <a:buNone/>
            </a:pPr>
            <a:r>
              <a:rPr lang="ko-KR" altLang="en-US" sz="1400" dirty="0">
                <a:solidFill>
                  <a:schemeClr val="tx2"/>
                </a:solidFill>
              </a:rPr>
              <a:t>같은 요청을 여러 대상에게, 사람이나 AI가 보내야 한다.</a:t>
            </a:r>
            <a:endParaRPr lang="ko-KR" altLang="en-US" sz="1400" dirty="0"/>
          </a:p>
        </p:txBody>
      </p:sp>
      <p:sp>
        <p:nvSpPr>
          <p:cNvPr id="18" name="Text 15"/>
          <p:cNvSpPr txBox="1"/>
          <p:nvPr/>
        </p:nvSpPr>
        <p:spPr>
          <a:xfrm>
            <a:off x="1371600" y="4754880"/>
            <a:ext cx="4343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 eaLnBrk="0">
              <a:buNone/>
            </a:pPr>
            <a:r>
              <a:rPr lang="ko-KR" altLang="en-US" sz="1400" dirty="0">
                <a:solidFill>
                  <a:schemeClr val="tx2"/>
                </a:solidFill>
              </a:rPr>
              <a:t>요청을 줄 세우거나, 기록하거나, 되돌리거나, 재생해야 한다.</a:t>
            </a:r>
            <a:endParaRPr lang="ko-KR" altLang="en-US" sz="1400" dirty="0"/>
          </a:p>
        </p:txBody>
      </p:sp>
      <p:sp>
        <p:nvSpPr>
          <p:cNvPr id="19" name="Text 16"/>
          <p:cNvSpPr txBox="1"/>
          <p:nvPr/>
        </p:nvSpPr>
        <p:spPr>
          <a:xfrm>
            <a:off x="6263640" y="1691640"/>
            <a:ext cx="5349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 eaLnBrk="0">
              <a:buNone/>
            </a:pPr>
            <a:r>
              <a:rPr lang="ko-KR" altLang="en-US" sz="2000" b="1" dirty="0">
                <a:solidFill>
                  <a:schemeClr val="accent6"/>
                </a:solidFill>
              </a:rPr>
              <a:t>이것을 조심한다</a:t>
            </a:r>
            <a:endParaRPr lang="ko-KR" altLang="en-US" sz="2000" dirty="0"/>
          </a:p>
        </p:txBody>
      </p:sp>
      <p:sp>
        <p:nvSpPr>
          <p:cNvPr id="20" name="card"/>
          <p:cNvSpPr/>
          <p:nvPr/>
        </p:nvSpPr>
        <p:spPr>
          <a:xfrm>
            <a:off x="6263640" y="2240280"/>
            <a:ext cx="5349240" cy="1051560"/>
          </a:xfrm>
          <a:prstGeom prst="roundRect">
            <a:avLst>
              <a:gd name="adj" fmla="val 8696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1" name="Shape 18"/>
          <p:cNvSpPr/>
          <p:nvPr/>
        </p:nvSpPr>
        <p:spPr>
          <a:xfrm>
            <a:off x="6492240" y="2441448"/>
            <a:ext cx="420624" cy="420624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22" name="Text 19"/>
          <p:cNvSpPr txBox="1"/>
          <p:nvPr/>
        </p:nvSpPr>
        <p:spPr>
          <a:xfrm>
            <a:off x="6492240" y="2441448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 eaLnBrk="0">
              <a:buNone/>
            </a:pPr>
            <a:r>
              <a:rPr lang="ko-KR" altLang="en-US" sz="1500" b="1" dirty="0">
                <a:solidFill>
                  <a:schemeClr val="bg1"/>
                </a:solidFill>
              </a:rPr>
              <a:t>1</a:t>
            </a:r>
            <a:endParaRPr lang="ko-KR" altLang="en-US" sz="1500" dirty="0"/>
          </a:p>
        </p:txBody>
      </p:sp>
      <p:sp>
        <p:nvSpPr>
          <p:cNvPr id="23" name="card"/>
          <p:cNvSpPr/>
          <p:nvPr/>
        </p:nvSpPr>
        <p:spPr>
          <a:xfrm>
            <a:off x="6263640" y="3429000"/>
            <a:ext cx="5349240" cy="1051560"/>
          </a:xfrm>
          <a:prstGeom prst="roundRect">
            <a:avLst>
              <a:gd name="adj" fmla="val 8696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4" name="Shape 21"/>
          <p:cNvSpPr/>
          <p:nvPr/>
        </p:nvSpPr>
        <p:spPr>
          <a:xfrm>
            <a:off x="6492240" y="3630168"/>
            <a:ext cx="420624" cy="420624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25" name="Text 22"/>
          <p:cNvSpPr txBox="1"/>
          <p:nvPr/>
        </p:nvSpPr>
        <p:spPr>
          <a:xfrm>
            <a:off x="6492240" y="3630168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 eaLnBrk="0">
              <a:buNone/>
            </a:pPr>
            <a:r>
              <a:rPr lang="ko-KR" altLang="en-US" sz="1500" b="1" dirty="0">
                <a:solidFill>
                  <a:schemeClr val="bg1"/>
                </a:solidFill>
              </a:rPr>
              <a:t>2</a:t>
            </a:r>
            <a:endParaRPr lang="ko-KR" altLang="en-US" sz="1500" dirty="0"/>
          </a:p>
        </p:txBody>
      </p:sp>
      <p:sp>
        <p:nvSpPr>
          <p:cNvPr id="26" name="card"/>
          <p:cNvSpPr/>
          <p:nvPr/>
        </p:nvSpPr>
        <p:spPr>
          <a:xfrm>
            <a:off x="6263640" y="4617720"/>
            <a:ext cx="5349240" cy="1051560"/>
          </a:xfrm>
          <a:prstGeom prst="roundRect">
            <a:avLst>
              <a:gd name="adj" fmla="val 8696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7" name="Shape 24"/>
          <p:cNvSpPr/>
          <p:nvPr/>
        </p:nvSpPr>
        <p:spPr>
          <a:xfrm>
            <a:off x="6492240" y="4818888"/>
            <a:ext cx="420624" cy="420624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28" name="Text 25"/>
          <p:cNvSpPr txBox="1"/>
          <p:nvPr/>
        </p:nvSpPr>
        <p:spPr>
          <a:xfrm>
            <a:off x="6492240" y="4818888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 eaLnBrk="0">
              <a:buNone/>
            </a:pPr>
            <a:r>
              <a:rPr lang="ko-KR" altLang="en-US" sz="1500" b="1" dirty="0">
                <a:solidFill>
                  <a:schemeClr val="bg1"/>
                </a:solidFill>
              </a:rPr>
              <a:t>3</a:t>
            </a:r>
            <a:endParaRPr lang="ko-KR" altLang="en-US" sz="1500" dirty="0"/>
          </a:p>
        </p:txBody>
      </p:sp>
      <p:sp>
        <p:nvSpPr>
          <p:cNvPr id="29" name="Text 26"/>
          <p:cNvSpPr txBox="1"/>
          <p:nvPr/>
        </p:nvSpPr>
        <p:spPr>
          <a:xfrm>
            <a:off x="7086600" y="2377440"/>
            <a:ext cx="4343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 eaLnBrk="0">
              <a:buNone/>
            </a:pPr>
            <a:r>
              <a:rPr lang="ko-KR" altLang="en-US" sz="1400" dirty="0">
                <a:solidFill>
                  <a:schemeClr val="tx2"/>
                </a:solidFill>
              </a:rPr>
              <a:t>행동마다 클래스가 하나씩 늘어난다.</a:t>
            </a:r>
            <a:endParaRPr lang="ko-KR" altLang="en-US" sz="1400" dirty="0"/>
          </a:p>
        </p:txBody>
      </p:sp>
      <p:sp>
        <p:nvSpPr>
          <p:cNvPr id="30" name="Text 27"/>
          <p:cNvSpPr txBox="1"/>
          <p:nvPr/>
        </p:nvSpPr>
        <p:spPr>
          <a:xfrm>
            <a:off x="7086600" y="3566160"/>
            <a:ext cx="4343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 eaLnBrk="0">
              <a:buNone/>
            </a:pPr>
            <a:r>
              <a:rPr lang="ko-KR" altLang="en-US" sz="1400" dirty="0">
                <a:solidFill>
                  <a:schemeClr val="tx2"/>
                </a:solidFill>
              </a:rPr>
              <a:t>실행 하나만 필요한 간단한 호출은 Action으로 충분하다.</a:t>
            </a:r>
            <a:endParaRPr lang="ko-KR" altLang="en-US" sz="1400" dirty="0"/>
          </a:p>
        </p:txBody>
      </p:sp>
      <p:sp>
        <p:nvSpPr>
          <p:cNvPr id="31" name="Text 28"/>
          <p:cNvSpPr txBox="1"/>
          <p:nvPr/>
        </p:nvSpPr>
        <p:spPr>
          <a:xfrm>
            <a:off x="7086600" y="4754880"/>
            <a:ext cx="4343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 eaLnBrk="0">
              <a:buNone/>
            </a:pPr>
            <a:r>
              <a:rPr lang="ko-KR" altLang="en-US" sz="1400" dirty="0">
                <a:solidFill>
                  <a:schemeClr val="tx2"/>
                </a:solidFill>
              </a:rPr>
              <a:t>되돌리기 기록에는 명령이 계속 쌓이므로 보관할 개수를 정한다.</a:t>
            </a:r>
            <a:endParaRPr lang="ko-KR" alt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11535" y="6400800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 eaLnBrk="0">
              <a:defRPr sz="1000">
                <a:solidFill>
                  <a:schemeClr val="accent3"/>
                </a:solidFill>
              </a:defRPr>
            </a:lvl1pPr>
          </a:lstStyle>
          <a:p>
            <a:pPr algn="r" eaLnBrk="0"/>
            <a:fld id="{F7021451-1387-4CA6-816F-3879F97B5CBC}" type="slidenum">
              <a:rPr b="0" lang="ko-KR" altLang="en-US"/>
              <a:t>27</a:t>
            </a:fld>
            <a:endParaRPr lang="ko-KR" altLang="en-US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cker"/>
          <p:cNvSpPr txBox="1"/>
          <p:nvPr/>
        </p:nvSpPr>
        <p:spPr>
          <a:xfrm>
            <a:off x="548640" y="329184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 eaLnBrk="0">
              <a:buNone/>
            </a:pPr>
            <a:r>
              <a:rPr lang="ko-KR" altLang="en-US" sz="1300" b="1" dirty="0">
                <a:solidFill>
                  <a:schemeClr val="accent1"/>
                </a:solidFill>
              </a:rPr>
              <a:t>관련 패턴</a:t>
            </a:r>
            <a:endParaRPr lang="ko-KR" altLang="en-US" sz="1300" dirty="0"/>
          </a:p>
        </p:txBody>
      </p:sp>
      <p:sp>
        <p:nvSpPr>
          <p:cNvPr id="3" name="Text 0"/>
          <p:cNvSpPr/>
          <p:nvPr>
            <p:ph idx="100" type="title" hasCustomPrompt="1"/>
          </p:nvPr>
        </p:nvSpPr>
        <p:spPr>
          <a:xfrm>
            <a:off x="548640" y="658368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 eaLnBrk="0">
              <a:buNone/>
            </a:pPr>
            <a:r>
              <a:rPr lang="ko-KR" altLang="en-US" sz="2600" b="1" dirty="0">
                <a:solidFill>
                  <a:schemeClr val="tx1"/>
                </a:solidFill>
              </a:rPr>
              <a:t>원서가 함께 소개하는 패턴들</a:t>
            </a:r>
            <a:endParaRPr lang="ko-KR" altLang="en-US" sz="2600" dirty="0"/>
          </a:p>
        </p:txBody>
      </p:sp>
      <p:sp>
        <p:nvSpPr>
          <p:cNvPr id="4" name="bridge"/>
          <p:cNvSpPr txBox="1"/>
          <p:nvPr/>
        </p:nvSpPr>
        <p:spPr>
          <a:xfrm>
            <a:off x="548640" y="5870448"/>
            <a:ext cx="1109441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 eaLnBrk="0">
              <a:buNone/>
            </a:pPr>
            <a:r>
              <a:rPr lang="ko-KR" altLang="en-US" sz="1500" b="1" dirty="0">
                <a:solidFill>
                  <a:schemeClr val="accent1"/>
                </a:solidFill>
              </a:rPr>
              <a:t>다음 질문  </a:t>
            </a:r>
            <a:pPr indent="0" marL="0" eaLnBrk="0">
              <a:buNone/>
            </a:pPr>
            <a:r>
              <a:rPr lang="ko-KR" altLang="en-US" sz="1500" dirty="0">
                <a:solidFill>
                  <a:schemeClr val="tx2"/>
                </a:solidFill>
              </a:rPr>
              <a:t>Unity에서는 이 생각이 어디에 쓰이고 있을까?</a:t>
            </a:r>
            <a:endParaRPr lang="ko-KR" altLang="en-US" sz="1500" dirty="0"/>
          </a:p>
        </p:txBody>
      </p:sp>
      <p:sp>
        <p:nvSpPr>
          <p:cNvPr id="6" name="Shape 3"/>
          <p:cNvSpPr/>
          <p:nvPr/>
        </p:nvSpPr>
        <p:spPr>
          <a:xfrm>
            <a:off x="548640" y="1737360"/>
            <a:ext cx="11094415" cy="1143000"/>
          </a:xfrm>
          <a:prstGeom prst="roundRect">
            <a:avLst>
              <a:gd name="adj" fmla="val 80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822960" y="1874520"/>
            <a:ext cx="3291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 eaLnBrk="0">
              <a:buNone/>
            </a:pPr>
            <a:r>
              <a:rPr lang="ko-KR" altLang="en-US" sz="1800" b="1" dirty="0">
                <a:solidFill>
                  <a:schemeClr val="tx1"/>
                </a:solidFill>
              </a:rPr>
              <a:t>경량(Flyweight)</a:t>
            </a:r>
            <a:endParaRPr lang="ko-KR" altLang="en-US" sz="1800" dirty="0"/>
          </a:p>
        </p:txBody>
      </p:sp>
      <p:sp>
        <p:nvSpPr>
          <p:cNvPr id="8" name="Shape 5"/>
          <p:cNvSpPr/>
          <p:nvPr/>
        </p:nvSpPr>
        <p:spPr>
          <a:xfrm>
            <a:off x="822960" y="2377440"/>
            <a:ext cx="822960" cy="347472"/>
          </a:xfrm>
          <a:prstGeom prst="roundRect">
            <a:avLst>
              <a:gd name="adj" fmla="val 21053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822960" y="2377440"/>
            <a:ext cx="822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 eaLnBrk="0">
              <a:buNone/>
            </a:pPr>
            <a:r>
              <a:rPr lang="ko-KR" altLang="en-US" sz="1200" b="1" dirty="0">
                <a:solidFill>
                  <a:schemeClr val="bg1"/>
                </a:solidFill>
              </a:rPr>
              <a:t>3강</a:t>
            </a:r>
            <a:endParaRPr lang="ko-KR" altLang="en-US" sz="1200" dirty="0"/>
          </a:p>
        </p:txBody>
      </p:sp>
      <p:sp>
        <p:nvSpPr>
          <p:cNvPr id="10" name="Text 7"/>
          <p:cNvSpPr txBox="1"/>
          <p:nvPr/>
        </p:nvSpPr>
        <p:spPr>
          <a:xfrm>
            <a:off x="4297680" y="1874520"/>
            <a:ext cx="707105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 eaLnBrk="0">
              <a:buNone/>
            </a:pPr>
            <a:r>
              <a:rPr lang="ko-KR" altLang="en-US" sz="1500" dirty="0">
                <a:solidFill>
                  <a:schemeClr val="tx2"/>
                </a:solidFill>
              </a:rPr>
              <a:t>JumpCommand처럼 상태가 없는 명령은 모두 같으므로, 하나만 만들어 함께 쓴다.</a:t>
            </a:r>
            <a:endParaRPr lang="ko-KR" altLang="en-US" sz="1500" dirty="0"/>
          </a:p>
        </p:txBody>
      </p:sp>
      <p:sp>
        <p:nvSpPr>
          <p:cNvPr id="11" name="Shape 8"/>
          <p:cNvSpPr/>
          <p:nvPr/>
        </p:nvSpPr>
        <p:spPr>
          <a:xfrm>
            <a:off x="548640" y="3063240"/>
            <a:ext cx="11094415" cy="1143000"/>
          </a:xfrm>
          <a:prstGeom prst="roundRect">
            <a:avLst>
              <a:gd name="adj" fmla="val 80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822960" y="3200400"/>
            <a:ext cx="3291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 eaLnBrk="0">
              <a:buNone/>
            </a:pPr>
            <a:r>
              <a:rPr lang="ko-KR" altLang="en-US" sz="1800" b="1" dirty="0">
                <a:solidFill>
                  <a:schemeClr val="tx1"/>
                </a:solidFill>
              </a:rPr>
              <a:t>하위 클래스 샌드박스</a:t>
            </a:r>
            <a:endParaRPr lang="ko-KR" altLang="en-US" sz="1800" dirty="0"/>
          </a:p>
        </p:txBody>
      </p:sp>
      <p:sp>
        <p:nvSpPr>
          <p:cNvPr id="13" name="Shape 10"/>
          <p:cNvSpPr/>
          <p:nvPr/>
        </p:nvSpPr>
        <p:spPr>
          <a:xfrm>
            <a:off x="822960" y="3703320"/>
            <a:ext cx="822960" cy="347472"/>
          </a:xfrm>
          <a:prstGeom prst="roundRect">
            <a:avLst>
              <a:gd name="adj" fmla="val 21053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822960" y="3703320"/>
            <a:ext cx="822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 eaLnBrk="0">
              <a:buNone/>
            </a:pPr>
            <a:r>
              <a:rPr lang="ko-KR" altLang="en-US" sz="1200" b="1" dirty="0">
                <a:solidFill>
                  <a:schemeClr val="bg1"/>
                </a:solidFill>
              </a:rPr>
              <a:t>8강</a:t>
            </a:r>
            <a:endParaRPr lang="ko-KR" altLang="en-US" sz="1200" dirty="0"/>
          </a:p>
        </p:txBody>
      </p:sp>
      <p:sp>
        <p:nvSpPr>
          <p:cNvPr id="15" name="Text 12"/>
          <p:cNvSpPr txBox="1"/>
          <p:nvPr/>
        </p:nvSpPr>
        <p:spPr>
          <a:xfrm>
            <a:off x="4297680" y="3200400"/>
            <a:ext cx="707105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 eaLnBrk="0">
              <a:buNone/>
            </a:pPr>
            <a:r>
              <a:rPr lang="ko-KR" altLang="en-US" sz="1500" dirty="0">
                <a:solidFill>
                  <a:schemeClr val="tx2"/>
                </a:solidFill>
              </a:rPr>
              <a:t>명령의 부모 클래스가 쓸모 있는 도우미 메서드를 제공하고, 각 명령은 그것을 조합해 Execute를 만든다.</a:t>
            </a:r>
            <a:endParaRPr lang="ko-KR" altLang="en-US" sz="1500" dirty="0"/>
          </a:p>
        </p:txBody>
      </p:sp>
      <p:sp>
        <p:nvSpPr>
          <p:cNvPr id="16" name="Shape 13"/>
          <p:cNvSpPr/>
          <p:nvPr/>
        </p:nvSpPr>
        <p:spPr>
          <a:xfrm>
            <a:off x="548640" y="4389120"/>
            <a:ext cx="11094415" cy="1143000"/>
          </a:xfrm>
          <a:prstGeom prst="roundRect">
            <a:avLst>
              <a:gd name="adj" fmla="val 80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822960" y="4526280"/>
            <a:ext cx="3291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 eaLnBrk="0">
              <a:buNone/>
            </a:pPr>
            <a:r>
              <a:rPr lang="ko-KR" altLang="en-US" sz="1800" b="1" dirty="0">
                <a:solidFill>
                  <a:schemeClr val="tx1"/>
                </a:solidFill>
              </a:rPr>
              <a:t>책임 연쇄</a:t>
            </a:r>
            <a:endParaRPr lang="ko-KR" altLang="en-US" sz="1800" dirty="0"/>
          </a:p>
        </p:txBody>
      </p:sp>
      <p:sp>
        <p:nvSpPr>
          <p:cNvPr id="18" name="Text 15"/>
          <p:cNvSpPr txBox="1"/>
          <p:nvPr/>
        </p:nvSpPr>
        <p:spPr>
          <a:xfrm>
            <a:off x="4297680" y="4526280"/>
            <a:ext cx="707105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 eaLnBrk="0">
              <a:buNone/>
            </a:pPr>
            <a:r>
              <a:rPr lang="ko-KR" altLang="en-US" sz="1500" dirty="0">
                <a:solidFill>
                  <a:schemeClr val="tx2"/>
                </a:solidFill>
              </a:rPr>
              <a:t>명령을 받은 객체가 직접 처리하지 않고 다른 객체에 넘길 수 있다.</a:t>
            </a:r>
            <a:endParaRPr lang="ko-KR" alt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11535" y="6400800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 eaLnBrk="0">
              <a:defRPr sz="1000">
                <a:solidFill>
                  <a:schemeClr val="accent3"/>
                </a:solidFill>
              </a:defRPr>
            </a:lvl1pPr>
          </a:lstStyle>
          <a:p>
            <a:pPr algn="r" eaLnBrk="0"/>
            <a:fld id="{F7021451-1387-4CA6-816F-3879F97B5CBC}" type="slidenum">
              <a:rPr b="0" lang="ko-KR" altLang="en-US"/>
              <a:t>28</a:t>
            </a:fld>
            <a:endParaRPr lang="ko-KR" altLang="en-US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cker"/>
          <p:cNvSpPr txBox="1"/>
          <p:nvPr/>
        </p:nvSpPr>
        <p:spPr>
          <a:xfrm>
            <a:off x="548640" y="329184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 eaLnBrk="0">
              <a:buNone/>
            </a:pPr>
            <a:r>
              <a:rPr lang="ko-KR" altLang="en-US" sz="1300" b="1" dirty="0">
                <a:solidFill>
                  <a:schemeClr val="accent1"/>
                </a:solidFill>
              </a:rPr>
              <a:t>Unity에서</a:t>
            </a:r>
            <a:endParaRPr lang="ko-KR" altLang="en-US" sz="1300" dirty="0"/>
          </a:p>
        </p:txBody>
      </p:sp>
      <p:sp>
        <p:nvSpPr>
          <p:cNvPr id="3" name="Text 0"/>
          <p:cNvSpPr/>
          <p:nvPr>
            <p:ph idx="100" type="title" hasCustomPrompt="1"/>
          </p:nvPr>
        </p:nvSpPr>
        <p:spPr>
          <a:xfrm>
            <a:off x="548640" y="658368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 eaLnBrk="0">
              <a:buNone/>
            </a:pPr>
            <a:r>
              <a:rPr lang="ko-KR" altLang="en-US" sz="2600" b="1" dirty="0">
                <a:solidFill>
                  <a:schemeClr val="tx1"/>
                </a:solidFill>
              </a:rPr>
              <a:t>Unity에도 호출을 값으로 다루는 기능이 있다</a:t>
            </a:r>
            <a:endParaRPr lang="ko-KR" altLang="en-US" sz="2600" dirty="0"/>
          </a:p>
        </p:txBody>
      </p:sp>
      <p:sp>
        <p:nvSpPr>
          <p:cNvPr id="4" name="bridge"/>
          <p:cNvSpPr txBox="1"/>
          <p:nvPr/>
        </p:nvSpPr>
        <p:spPr>
          <a:xfrm>
            <a:off x="548640" y="5870448"/>
            <a:ext cx="1109441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 eaLnBrk="0">
              <a:buNone/>
            </a:pPr>
            <a:r>
              <a:rPr lang="ko-KR" altLang="en-US" sz="1500" b="1" dirty="0">
                <a:solidFill>
                  <a:schemeClr val="accent1"/>
                </a:solidFill>
              </a:rPr>
              <a:t>다음 질문  </a:t>
            </a:r>
            <a:pPr indent="0" marL="0" eaLnBrk="0">
              <a:buNone/>
            </a:pPr>
            <a:r>
              <a:rPr lang="ko-KR" altLang="en-US" sz="1500" dirty="0">
                <a:solidFill>
                  <a:schemeClr val="tx2"/>
                </a:solidFill>
              </a:rPr>
              <a:t>마지막으로 오늘 내용을 질문으로 확인해 보자.</a:t>
            </a:r>
            <a:endParaRPr lang="ko-KR" altLang="en-US" sz="1500" dirty="0"/>
          </a:p>
        </p:txBody>
      </p:sp>
      <p:graphicFrame>
        <p:nvGraphicFramePr>
          <p:cNvPr id="3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691640"/>
          <a:ext cx="11094415" cy="914400"/>
        </p:xfrm>
        <a:graphic>
          <a:graphicData uri="http://schemas.openxmlformats.org/drawingml/2006/table">
            <a:tbl>
              <a:tblPr/>
              <a:tblGrid>
                <a:gridCol w="3291840"/>
                <a:gridCol w="7802575"/>
              </a:tblGrid>
              <a:tr h="457200">
                <a:tc>
                  <a:txBody>
                    <a:bodyPr/>
                    <a:lstStyle/>
                    <a:p>
                      <a:pPr indent="0" marL="0" eaLnBrk="0">
                        <a:buNone/>
                      </a:pPr>
                      <a:r>
                        <a:rPr lang="ko-KR" altLang="en-US" sz="1400" b="1" dirty="0">
                          <a:solidFill>
                            <a:schemeClr val="bg1"/>
                          </a:solidFill>
                        </a:rPr>
                        <a:t>Unity 기능</a:t>
                      </a:r>
                      <a:endParaRPr lang="ko-KR" altLang="en-US" sz="1400" dirty="0"/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 eaLnBrk="0">
                        <a:buNone/>
                      </a:pPr>
                      <a:r>
                        <a:rPr lang="ko-KR" altLang="en-US" sz="1400" b="1" dirty="0">
                          <a:solidFill>
                            <a:schemeClr val="bg1"/>
                          </a:solidFill>
                        </a:rPr>
                        <a:t>명령 패턴과의 관계</a:t>
                      </a:r>
                      <a:endParaRPr lang="ko-KR" altLang="en-US" sz="1400" dirty="0"/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</a:tr>
              <a:tr h="777240">
                <a:tc>
                  <a:txBody>
                    <a:bodyPr/>
                    <a:lstStyle/>
                    <a:p>
                      <a:pPr indent="0" marL="0" eaLnBrk="0">
                        <a:buNone/>
                      </a:pPr>
                      <a:r>
                        <a:rPr lang="ko-KR" altLang="en-US" sz="1400" b="1" dirty="0">
                          <a:solidFill>
                            <a:schemeClr val="tx1"/>
                          </a:solidFill>
                        </a:rPr>
                        <a:t>Input System의 입력 액션</a:t>
                      </a:r>
                      <a:endParaRPr lang="ko-KR" altLang="en-US" sz="1400" dirty="0"/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 eaLnBrk="0">
                        <a:buNone/>
                      </a:pPr>
                      <a:r>
                        <a:rPr lang="ko-KR" altLang="en-US" sz="1400" dirty="0">
                          <a:solidFill>
                            <a:schemeClr val="tx2"/>
                          </a:solidFill>
                        </a:rPr>
                        <a:t>‘점프’ 같은 행동과 실제 키를 분리한다. 실행 중에 다른 키로 다시 묶을 수 있다. (1부의 버튼 설정)</a:t>
                      </a:r>
                      <a:endParaRPr lang="ko-KR" altLang="en-US" sz="1400" dirty="0"/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777240">
                <a:tc>
                  <a:txBody>
                    <a:bodyPr/>
                    <a:lstStyle/>
                    <a:p>
                      <a:pPr indent="0" marL="0" eaLnBrk="0">
                        <a:buNone/>
                      </a:pPr>
                      <a:r>
                        <a:rPr lang="ko-KR" altLang="en-US" sz="1400" b="1" dirty="0">
                          <a:solidFill>
                            <a:schemeClr val="tx1"/>
                          </a:solidFill>
                        </a:rPr>
                        <a:t>UnityEvent (버튼의 OnClick)</a:t>
                      </a:r>
                      <a:endParaRPr lang="ko-KR" altLang="en-US" sz="1400" dirty="0"/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 eaLnBrk="0">
                        <a:buNone/>
                      </a:pPr>
                      <a:r>
                        <a:rPr lang="ko-KR" altLang="en-US" sz="1400" dirty="0">
                          <a:solidFill>
                            <a:schemeClr val="tx2"/>
                          </a:solidFill>
                        </a:rPr>
                        <a:t>Inspector에서 연결한 메서드 호출을 저장해 두었다가 클릭할 때 실행한다. (호출을 값으로 저장)</a:t>
                      </a:r>
                      <a:endParaRPr lang="ko-KR" altLang="en-US" sz="1400" dirty="0"/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 eaLnBrk="0">
                        <a:buNone/>
                      </a:pPr>
                      <a:r>
                        <a:rPr lang="ko-KR" altLang="en-US" sz="1400" b="1" dirty="0">
                          <a:solidFill>
                            <a:schemeClr val="tx1"/>
                          </a:solidFill>
                        </a:rPr>
                        <a:t>C#의 Action, 람다</a:t>
                      </a:r>
                      <a:endParaRPr lang="ko-KR" altLang="en-US" sz="1400" dirty="0"/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 eaLnBrk="0">
                        <a:buNone/>
                      </a:pPr>
                      <a:r>
                        <a:rPr lang="ko-KR" altLang="en-US" sz="1400" dirty="0">
                          <a:solidFill>
                            <a:schemeClr val="tx2"/>
                          </a:solidFill>
                        </a:rPr>
                        <a:t>간단한 명령을 클래스 없이 만든다. (4부)</a:t>
                      </a:r>
                      <a:endParaRPr lang="ko-KR" altLang="en-US" sz="1400" dirty="0"/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777240">
                <a:tc>
                  <a:txBody>
                    <a:bodyPr/>
                    <a:lstStyle/>
                    <a:p>
                      <a:pPr indent="0" marL="0" eaLnBrk="0">
                        <a:buNone/>
                      </a:pPr>
                      <a:r>
                        <a:rPr lang="ko-KR" altLang="en-US" sz="1400" b="1" dirty="0">
                          <a:solidFill>
                            <a:schemeClr val="tx1"/>
                          </a:solidFill>
                        </a:rPr>
                        <a:t>에디터의 Undo.RecordObject</a:t>
                      </a:r>
                      <a:endParaRPr lang="ko-KR" altLang="en-US" sz="1400" dirty="0"/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 eaLnBrk="0">
                        <a:buNone/>
                      </a:pPr>
                      <a:r>
                        <a:rPr lang="ko-KR" altLang="en-US" sz="1400" dirty="0">
                          <a:solidFill>
                            <a:schemeClr val="tx2"/>
                          </a:solidFill>
                        </a:rPr>
                        <a:t>명령이 아니라 객체의 상태를 기록한다. 바뀐 값만 기억하는 명령과 비교해 볼 만하다. (메멘토에 가깝다)</a:t>
                      </a:r>
                      <a:endParaRPr lang="ko-KR" altLang="en-US" sz="1400" dirty="0"/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11535" y="6400800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 eaLnBrk="0">
              <a:defRPr sz="1000">
                <a:solidFill>
                  <a:schemeClr val="accent3"/>
                </a:solidFill>
              </a:defRPr>
            </a:lvl1pPr>
          </a:lstStyle>
          <a:p>
            <a:pPr algn="r" eaLnBrk="0"/>
            <a:fld id="{F7021451-1387-4CA6-816F-3879F97B5CBC}" type="slidenum">
              <a:rPr b="0" lang="ko-KR" altLang="en-US"/>
              <a:t>29</a:t>
            </a:fld>
            <a:endParaRPr lang="ko-KR" altLang="en-US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cker"/>
          <p:cNvSpPr txBox="1"/>
          <p:nvPr/>
        </p:nvSpPr>
        <p:spPr>
          <a:xfrm>
            <a:off x="548640" y="329184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 eaLnBrk="0">
              <a:buNone/>
            </a:pPr>
            <a:r>
              <a:rPr lang="ko-KR" altLang="en-US" sz="1300" b="1" dirty="0">
                <a:solidFill>
                  <a:schemeClr val="accent1"/>
                </a:solidFill>
              </a:rPr>
              <a:t>확인 질문</a:t>
            </a:r>
            <a:endParaRPr lang="ko-KR" altLang="en-US" sz="1300" dirty="0"/>
          </a:p>
        </p:txBody>
      </p:sp>
      <p:sp>
        <p:nvSpPr>
          <p:cNvPr id="3" name="Text 0"/>
          <p:cNvSpPr/>
          <p:nvPr>
            <p:ph idx="100" type="title" hasCustomPrompt="1"/>
          </p:nvPr>
        </p:nvSpPr>
        <p:spPr>
          <a:xfrm>
            <a:off x="548640" y="658368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 eaLnBrk="0">
              <a:buNone/>
            </a:pPr>
            <a:r>
              <a:rPr lang="ko-KR" altLang="en-US" sz="2600" b="1" dirty="0">
                <a:solidFill>
                  <a:schemeClr val="tx1"/>
                </a:solidFill>
              </a:rPr>
              <a:t>질문으로 다시 정리한다</a:t>
            </a:r>
            <a:endParaRPr lang="ko-KR" altLang="en-US" sz="2600" dirty="0"/>
          </a:p>
        </p:txBody>
      </p:sp>
      <p:graphicFrame>
        <p:nvGraphicFramePr>
          <p:cNvPr id="3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691640"/>
          <a:ext cx="11094415" cy="914400"/>
        </p:xfrm>
        <a:graphic>
          <a:graphicData uri="http://schemas.openxmlformats.org/drawingml/2006/table">
            <a:tbl>
              <a:tblPr/>
              <a:tblGrid>
                <a:gridCol w="5394960"/>
                <a:gridCol w="5699455"/>
              </a:tblGrid>
              <a:tr h="457200">
                <a:tc>
                  <a:txBody>
                    <a:bodyPr/>
                    <a:lstStyle/>
                    <a:p>
                      <a:pPr indent="0" marL="0" eaLnBrk="0">
                        <a:buNone/>
                      </a:pPr>
                      <a:r>
                        <a:rPr lang="ko-KR" altLang="en-US" sz="1500" b="1" dirty="0">
                          <a:solidFill>
                            <a:schemeClr val="bg1"/>
                          </a:solidFill>
                        </a:rPr>
                        <a:t>질문</a:t>
                      </a:r>
                      <a:endParaRPr lang="ko-KR" altLang="en-US" sz="1500" dirty="0"/>
                    </a:p>
                  </a:txBody>
                  <a:tcPr marL="91440" marR="91440" marT="91440" marB="91440" anchor="ctr">
                    <a:lnL w="12700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 eaLnBrk="0">
                        <a:buNone/>
                      </a:pPr>
                      <a:r>
                        <a:rPr lang="ko-KR" altLang="en-US" sz="1500" b="1" dirty="0">
                          <a:solidFill>
                            <a:schemeClr val="bg1"/>
                          </a:solidFill>
                        </a:rPr>
                        <a:t>답</a:t>
                      </a:r>
                      <a:endParaRPr lang="ko-KR" altLang="en-US" sz="1500" dirty="0"/>
                    </a:p>
                  </a:txBody>
                  <a:tcPr marL="91440" marR="91440" marT="91440" marB="91440" anchor="ctr">
                    <a:lnL w="12700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indent="0" marL="0" eaLnBrk="0">
                        <a:buNone/>
                      </a:pPr>
                      <a:r>
                        <a:rPr lang="ko-KR" altLang="en-US" sz="1500" b="1" dirty="0">
                          <a:solidFill>
                            <a:schemeClr val="tx1"/>
                          </a:solidFill>
                        </a:rPr>
                        <a:t>명령 패턴을 한 문장으로 말하면?</a:t>
                      </a:r>
                      <a:endParaRPr lang="ko-KR" altLang="en-US" sz="1500" dirty="0"/>
                    </a:p>
                  </a:txBody>
                  <a:tcPr marL="91440" marR="91440" marT="91440" marB="91440" anchor="ctr">
                    <a:lnL w="12700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 eaLnBrk="0">
                        <a:buNone/>
                      </a:pPr>
                      <a:r>
                        <a:rPr lang="ko-KR" altLang="en-US" sz="1500" dirty="0">
                          <a:solidFill>
                            <a:schemeClr val="tx2"/>
                          </a:solidFill>
                        </a:rPr>
                        <a:t>메서드 호출을 객체로 만든 것이다.</a:t>
                      </a:r>
                      <a:endParaRPr lang="ko-KR" altLang="en-US" sz="1500" dirty="0"/>
                    </a:p>
                  </a:txBody>
                  <a:tcPr marL="91440" marR="91440" marT="91440" marB="91440" anchor="ctr">
                    <a:lnL w="12700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indent="0" marL="0" eaLnBrk="0">
                        <a:buNone/>
                      </a:pPr>
                      <a:r>
                        <a:rPr lang="ko-KR" altLang="en-US" sz="1500" b="1" dirty="0">
                          <a:solidFill>
                            <a:schemeClr val="tx1"/>
                          </a:solidFill>
                        </a:rPr>
                        <a:t>행동이 묶이지 않은 버튼에는 null 대신 무엇을 넣나?</a:t>
                      </a:r>
                      <a:endParaRPr lang="ko-KR" altLang="en-US" sz="1500" dirty="0"/>
                    </a:p>
                  </a:txBody>
                  <a:tcPr marL="91440" marR="91440" marT="91440" marB="91440" anchor="ctr">
                    <a:lnL w="12700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 eaLnBrk="0">
                        <a:buNone/>
                      </a:pPr>
                      <a:r>
                        <a:rPr lang="ko-KR" altLang="en-US" sz="1500" dirty="0">
                          <a:solidFill>
                            <a:schemeClr val="tx2"/>
                          </a:solidFill>
                        </a:rPr>
                        <a:t>아무것도 하지 않는 명령(널 객체)을 넣는다.</a:t>
                      </a:r>
                      <a:endParaRPr lang="ko-KR" altLang="en-US" sz="1500" dirty="0"/>
                    </a:p>
                  </a:txBody>
                  <a:tcPr marL="91440" marR="91440" marT="91440" marB="91440" anchor="ctr">
                    <a:lnL w="12700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indent="0" marL="0" eaLnBrk="0">
                        <a:buNone/>
                      </a:pPr>
                      <a:r>
                        <a:rPr lang="ko-KR" altLang="en-US" sz="1500" b="1" dirty="0">
                          <a:solidFill>
                            <a:schemeClr val="tx1"/>
                          </a:solidFill>
                        </a:rPr>
                        <a:t>Execute가 대상을 매개변수로 받으면 무엇이 가능해지나?</a:t>
                      </a:r>
                      <a:endParaRPr lang="ko-KR" altLang="en-US" sz="1500" dirty="0"/>
                    </a:p>
                  </a:txBody>
                  <a:tcPr marL="91440" marR="91440" marT="91440" marB="91440" anchor="ctr">
                    <a:lnL w="12700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 eaLnBrk="0">
                        <a:buNone/>
                      </a:pPr>
                      <a:r>
                        <a:rPr lang="ko-KR" altLang="en-US" sz="1500" dirty="0">
                          <a:solidFill>
                            <a:schemeClr val="tx2"/>
                          </a:solidFill>
                        </a:rPr>
                        <a:t>같은 명령으로 플레이어, 적, 데모 화면의 캐릭터를 모두 움직일 수 있다.</a:t>
                      </a:r>
                      <a:endParaRPr lang="ko-KR" altLang="en-US" sz="1500" dirty="0"/>
                    </a:p>
                  </a:txBody>
                  <a:tcPr marL="91440" marR="91440" marT="91440" marB="91440" anchor="ctr">
                    <a:lnL w="12700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indent="0" marL="0" eaLnBrk="0">
                        <a:buNone/>
                      </a:pPr>
                      <a:r>
                        <a:rPr lang="ko-KR" altLang="en-US" sz="1500" b="1" dirty="0">
                          <a:solidFill>
                            <a:schemeClr val="tx1"/>
                          </a:solidFill>
                        </a:rPr>
                        <a:t>위·오른쪽 이동, Undo 두 번, Redo 뒤 아래로 이동하면 기록은?</a:t>
                      </a:r>
                      <a:endParaRPr lang="ko-KR" altLang="en-US" sz="1500" dirty="0"/>
                    </a:p>
                  </a:txBody>
                  <a:tcPr marL="91440" marR="91440" marT="91440" marB="91440" anchor="ctr">
                    <a:lnL w="12700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 eaLnBrk="0">
                        <a:buNone/>
                      </a:pPr>
                      <a:r>
                        <a:rPr lang="ko-KR" altLang="en-US" sz="1500" dirty="0">
                          <a:solidFill>
                            <a:schemeClr val="tx2"/>
                          </a:solidFill>
                        </a:rPr>
                        <a:t>[m1, m3]. 되돌려 두었던 m2는 버려진다.</a:t>
                      </a:r>
                      <a:endParaRPr lang="ko-KR" altLang="en-US" sz="1500" dirty="0"/>
                    </a:p>
                  </a:txBody>
                  <a:tcPr marL="91440" marR="91440" marT="91440" marB="91440" anchor="ctr">
                    <a:lnL w="12700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indent="0" marL="0" eaLnBrk="0">
                        <a:buNone/>
                      </a:pPr>
                      <a:r>
                        <a:rPr lang="ko-KR" altLang="en-US" sz="1500" b="1" dirty="0">
                          <a:solidFill>
                            <a:schemeClr val="tx1"/>
                          </a:solidFill>
                        </a:rPr>
                        <a:t>되돌리기가 필요 없는 간단한 명령은 무엇으로 만들 수 있나?</a:t>
                      </a:r>
                      <a:endParaRPr lang="ko-KR" altLang="en-US" sz="1500" dirty="0"/>
                    </a:p>
                  </a:txBody>
                  <a:tcPr marL="91440" marR="91440" marT="91440" marB="91440" anchor="ctr">
                    <a:lnL w="12700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 eaLnBrk="0">
                        <a:buNone/>
                      </a:pPr>
                      <a:r>
                        <a:rPr lang="ko-KR" altLang="en-US" sz="1500" dirty="0">
                          <a:solidFill>
                            <a:schemeClr val="tx2"/>
                          </a:solidFill>
                        </a:rPr>
                        <a:t>C#의 Action 델리게이트와 람다로 충분하다.</a:t>
                      </a:r>
                      <a:endParaRPr lang="ko-KR" altLang="en-US" sz="1500" dirty="0"/>
                    </a:p>
                  </a:txBody>
                  <a:tcPr marL="91440" marR="91440" marT="91440" marB="91440" anchor="ctr">
                    <a:lnL w="12700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  <p:sp>
        <p:nvSpPr>
          <p:cNvPr id="6" name="Text 2"/>
          <p:cNvSpPr txBox="1"/>
          <p:nvPr/>
        </p:nvSpPr>
        <p:spPr>
          <a:xfrm>
            <a:off x="548640" y="5870448"/>
            <a:ext cx="1109441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 eaLnBrk="0">
              <a:buNone/>
            </a:pPr>
            <a:r>
              <a:rPr lang="ko-KR" altLang="en-US" sz="1500" b="1" dirty="0">
                <a:solidFill>
                  <a:schemeClr val="accent1"/>
                </a:solidFill>
              </a:rPr>
              <a:t>다음 강의  </a:t>
            </a:r>
            <a:pPr indent="0" marL="0" eaLnBrk="0">
              <a:buNone/>
            </a:pPr>
            <a:r>
              <a:rPr lang="ko-KR" altLang="en-US" sz="1500" dirty="0">
                <a:solidFill>
                  <a:schemeClr val="tx2"/>
                </a:solidFill>
              </a:rPr>
              <a:t>경량(Flyweight) 패턴: 반복되는 데이터를 여러 객체가 함께 쓴다.</a:t>
            </a:r>
            <a:endParaRPr lang="ko-KR" alt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11535" y="6400800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 eaLnBrk="0">
              <a:defRPr sz="1000">
                <a:solidFill>
                  <a:schemeClr val="accent3"/>
                </a:solidFill>
              </a:defRPr>
            </a:lvl1pPr>
          </a:lstStyle>
          <a:p>
            <a:pPr algn="r" eaLnBrk="0"/>
            <a:fld id="{F7021451-1387-4CA6-816F-3879F97B5CBC}" type="slidenum">
              <a:rPr b="0" lang="ko-KR" altLang="en-US"/>
              <a:t>30</a:t>
            </a:fld>
            <a:endParaRPr lang="ko-KR" alt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Patterns Lecture">
  <a:themeElements>
    <a:clrScheme name="Patterns Lecture">
      <a:dk1>
        <a:srgbClr val="1F2430"/>
      </a:dk1>
      <a:lt1>
        <a:srgbClr val="FFFFFF"/>
      </a:lt1>
      <a:dk2>
        <a:srgbClr val="2B2D42"/>
      </a:dk2>
      <a:lt2>
        <a:srgbClr val="F1F3F6"/>
      </a:lt2>
      <a:accent1>
        <a:srgbClr val="E07A3F"/>
      </a:accent1>
      <a:accent2>
        <a:srgbClr val="2A9D8F"/>
      </a:accent2>
      <a:accent3>
        <a:srgbClr val="8D99AE"/>
      </a:accent3>
      <a:accent4>
        <a:srgbClr val="E9C46A"/>
      </a:accent4>
      <a:accent5>
        <a:srgbClr val="5C6577"/>
      </a:accent5>
      <a:accent6>
        <a:srgbClr val="C44536"/>
      </a:accent6>
      <a:hlink>
        <a:srgbClr val="2A9D8F"/>
      </a:hlink>
      <a:folHlink>
        <a:srgbClr val="5C6577"/>
      </a:folHlink>
    </a:clrScheme>
    <a:fontScheme name="Patterns Lecture">
      <a:majorFont>
        <a:latin typeface="Malgun Gothic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Malgun Gothic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30</Slides>
  <Notes>30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30</vt:i4>
      </vt:variant>
    </vt:vector>
  </HeadingPairs>
  <TitlesOfParts>
    <vt:vector size="3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2강 명령(Command) 패턴</dc:title>
  <dc:subject>PptxGenJS Presentation</dc:subject>
  <dc:creator>Mini Tactics 패턴 수업</dc:creator>
  <cp:lastModifiedBy>Mini Tactics 패턴 수업</cp:lastModifiedBy>
  <cp:revision>1</cp:revision>
  <dcterms:created xsi:type="dcterms:W3CDTF">2026-10-27T07:26:14Z</dcterms:created>
  <dcterms:modified xsi:type="dcterms:W3CDTF">2026-10-27T07:26:14Z</dcterms:modified>
</cp:coreProperties>
</file>